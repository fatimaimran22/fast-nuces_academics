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0080625" cy="5670550"/>
  <p:notesSz cx="7559675" cy="106914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efault">
    <p:spTree>
      <p:nvGrpSpPr>
        <p:cNvPr id="1" name=""/>
        <p:cNvGrpSpPr/>
        <p:nvPr/>
      </p:nvGrpSpPr>
      <p:grpSpPr>
        <a:xfrm>
          <a:off x="0" y="0"/>
          <a:ext cx="0" cy="0"/>
          <a:chOff x="0" y="0"/>
          <a:chExt cx="0" cy="0"/>
        </a:xfrm>
      </p:grpSpPr>
      <p:sp>
        <p:nvSpPr>
          <p:cNvPr id="5"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p>
            <a:pPr indent="0" algn="ctr">
              <a:buNone/>
            </a:pPr>
            <a:endParaRPr lang="en-US" sz="4400" b="0" u="none" strike="noStrike">
              <a:solidFill>
                <a:srgbClr val="000000"/>
              </a:solidFill>
              <a:uFillTx/>
              <a:latin typeface="Arial" panose="020B0604020202020204"/>
            </a:endParaRPr>
          </a:p>
        </p:txBody>
      </p:sp>
      <p:sp>
        <p:nvSpPr>
          <p:cNvPr id="6" name="PlaceHolder 2"/>
          <p:cNvSpPr>
            <a:spLocks noGrp="1"/>
          </p:cNvSpPr>
          <p:nvPr>
            <p:ph type="subTitle"/>
          </p:nvPr>
        </p:nvSpPr>
        <p:spPr>
          <a:xfrm>
            <a:off x="504000" y="1326600"/>
            <a:ext cx="9071280" cy="3287880"/>
          </a:xfrm>
          <a:prstGeom prst="rect">
            <a:avLst/>
          </a:prstGeom>
          <a:noFill/>
          <a:ln w="0">
            <a:noFill/>
          </a:ln>
        </p:spPr>
        <p:txBody>
          <a:bodyPr lIns="0" tIns="0" rIns="0" bIns="0" anchor="ctr">
            <a:noAutofit/>
          </a:bodyPr>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1"/>
          </p:nvPr>
        </p:nvSpPr>
        <p:spPr/>
        <p:txBody>
          <a:bodyPr/>
          <a:p>
            <a:r>
              <a:t>Footer</a:t>
            </a:r>
          </a:p>
        </p:txBody>
      </p:sp>
      <p:sp>
        <p:nvSpPr>
          <p:cNvPr id="2" name="PlaceHolder 4"/>
          <p:cNvSpPr>
            <a:spLocks noGrp="1"/>
          </p:cNvSpPr>
          <p:nvPr>
            <p:ph type="sldNum" idx="2"/>
          </p:nvPr>
        </p:nvSpPr>
        <p:spPr/>
        <p:txBody>
          <a:bodyPr/>
          <a:p>
            <a:fld id="{47774D03-3750-4D53-B805-908EB09245BE}" type="slidenum">
              <a:rPr/>
            </a:fld>
            <a:endParaRPr/>
          </a:p>
        </p:txBody>
      </p:sp>
      <p:sp>
        <p:nvSpPr>
          <p:cNvPr id="3" name="PlaceHolder 5"/>
          <p:cNvSpPr>
            <a:spLocks noGrp="1"/>
          </p:cNvSpPr>
          <p:nvPr>
            <p:ph type="dt" idx="3"/>
          </p:nvPr>
        </p:nvSpPr>
        <p:spPr/>
        <p:txBody>
          <a:bodyPr/>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Default 1">
    <p:spTree>
      <p:nvGrpSpPr>
        <p:cNvPr id="1" name=""/>
        <p:cNvGrpSpPr/>
        <p:nvPr/>
      </p:nvGrpSpPr>
      <p:grpSpPr>
        <a:xfrm>
          <a:off x="0" y="0"/>
          <a:ext cx="0" cy="0"/>
          <a:chOff x="0" y="0"/>
          <a:chExt cx="0" cy="0"/>
        </a:xfrm>
      </p:grpSpPr>
      <p:sp>
        <p:nvSpPr>
          <p:cNvPr id="12"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p>
            <a:pPr indent="0" algn="ctr">
              <a:buNone/>
            </a:pPr>
            <a:endParaRPr lang="en-US" sz="4400" b="0" u="none" strike="noStrike">
              <a:solidFill>
                <a:srgbClr val="000000"/>
              </a:solidFill>
              <a:uFillTx/>
              <a:latin typeface="Arial" panose="020B0604020202020204"/>
            </a:endParaRPr>
          </a:p>
        </p:txBody>
      </p:sp>
      <p:sp>
        <p:nvSpPr>
          <p:cNvPr id="13"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p>
            <a:pPr indent="0">
              <a:spcBef>
                <a:spcPts val="1415"/>
              </a:spcBef>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B35DB60-E16D-4EBB-9DCD-CE6C812AE7EB}" type="slidenum">
              <a:rPr/>
            </a:fld>
            <a:endParaRPr/>
          </a:p>
        </p:txBody>
      </p:sp>
      <p:sp>
        <p:nvSpPr>
          <p:cNvPr id="6" name="PlaceHolder 5"/>
          <p:cNvSpPr>
            <a:spLocks noGrp="1"/>
          </p:cNvSpPr>
          <p:nvPr>
            <p:ph type="dt" idx="6"/>
          </p:nvPr>
        </p:nvSpPr>
        <p:spPr/>
        <p:txBody>
          <a:bodyPr/>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Default 1">
    <p:spTree>
      <p:nvGrpSpPr>
        <p:cNvPr id="1" name=""/>
        <p:cNvGrpSpPr/>
        <p:nvPr/>
      </p:nvGrpSpPr>
      <p:grpSpPr>
        <a:xfrm>
          <a:off x="0" y="0"/>
          <a:ext cx="0" cy="0"/>
          <a:chOff x="0" y="0"/>
          <a:chExt cx="0" cy="0"/>
        </a:xfrm>
      </p:grpSpPr>
      <p:sp>
        <p:nvSpPr>
          <p:cNvPr id="14"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p>
            <a:pPr indent="0" algn="ctr">
              <a:buNone/>
            </a:pPr>
            <a:endParaRPr lang="en-US" sz="4400" b="0" u="none" strike="noStrike">
              <a:solidFill>
                <a:srgbClr val="000000"/>
              </a:solidFill>
              <a:uFillTx/>
              <a:latin typeface="Arial" panose="020B0604020202020204"/>
            </a:endParaRPr>
          </a:p>
        </p:txBody>
      </p:sp>
      <p:sp>
        <p:nvSpPr>
          <p:cNvPr id="15" name="PlaceHolder 2"/>
          <p:cNvSpPr>
            <a:spLocks noGrp="1"/>
          </p:cNvSpPr>
          <p:nvPr>
            <p:ph type="subTitle"/>
          </p:nvPr>
        </p:nvSpPr>
        <p:spPr>
          <a:xfrm>
            <a:off x="504000" y="1326600"/>
            <a:ext cx="9071280" cy="3287880"/>
          </a:xfrm>
          <a:prstGeom prst="rect">
            <a:avLst/>
          </a:prstGeom>
          <a:noFill/>
          <a:ln w="0">
            <a:noFill/>
          </a:ln>
        </p:spPr>
        <p:txBody>
          <a:bodyPr lIns="0" tIns="0" rIns="0" bIns="0" anchor="ctr">
            <a:noAutofit/>
          </a:bodyPr>
          <a:p>
            <a:pPr indent="0" algn="ctr">
              <a:buNone/>
            </a:pPr>
            <a:endParaRPr lang="en-US" sz="3200" b="0" u="none" strike="noStrike">
              <a:solidFill>
                <a:srgbClr val="000000"/>
              </a:solidFill>
              <a:uFillTx/>
              <a:latin typeface="Arial" panose="020B0604020202020204"/>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4926B09D-F52D-4030-9C60-69AB28D310DF}" type="slidenum">
              <a:rPr/>
            </a:fld>
            <a:endParaRPr/>
          </a:p>
        </p:txBody>
      </p:sp>
      <p:sp>
        <p:nvSpPr>
          <p:cNvPr id="6" name="PlaceHolder 5"/>
          <p:cNvSpPr>
            <a:spLocks noGrp="1"/>
          </p:cNvSpPr>
          <p:nvPr>
            <p:ph type="dt" idx="6"/>
          </p:nvPr>
        </p:nvSpPr>
        <p:spPr/>
        <p:txBody>
          <a:bodyPr/>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2" name="PlaceHolder 2"/>
          <p:cNvSpPr>
            <a:spLocks noGrp="1"/>
          </p:cNvSpPr>
          <p:nvPr>
            <p:ph type="ftr" idx="1"/>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3" name="PlaceHolder 3"/>
          <p:cNvSpPr>
            <a:spLocks noGrp="1"/>
          </p:cNvSpPr>
          <p:nvPr>
            <p:ph type="sldNum" idx="2"/>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uFillTx/>
                <a:latin typeface="Times New Roman" panose="02020603050405020304"/>
              </a:defRPr>
            </a:lvl1pPr>
          </a:lstStyle>
          <a:p>
            <a:pPr indent="0" algn="r">
              <a:lnSpc>
                <a:spcPct val="100000"/>
              </a:lnSpc>
              <a:buNone/>
              <a:tabLst>
                <a:tab pos="0" algn="l"/>
              </a:tabLst>
            </a:pPr>
            <a:fld id="{3F841A23-8D99-437C-82F6-EAEC1EDCC4E9}" type="slidenum">
              <a:rPr lang="en-US" sz="1400" b="0" u="none" strike="noStrike">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
        <p:nvSpPr>
          <p:cNvPr id="4" name="PlaceHolder 4"/>
          <p:cNvSpPr>
            <a:spLocks noGrp="1"/>
          </p:cNvSpPr>
          <p:nvPr>
            <p:ph type="dt" idx="3"/>
          </p:nvPr>
        </p:nvSpPr>
        <p:spPr>
          <a:xfrm>
            <a:off x="504000" y="5165280"/>
            <a:ext cx="2347920" cy="390240"/>
          </a:xfrm>
          <a:prstGeom prst="rect">
            <a:avLst/>
          </a:prstGeom>
          <a:noFill/>
          <a:ln w="0">
            <a:noFill/>
          </a:ln>
        </p:spPr>
        <p:txBody>
          <a:bodyPr lIns="0" tIns="0" rIns="0" bIns="0" anchor="t">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
        <p:nvSpPr>
          <p:cNvPr id="5" name="PlaceHolder 5"/>
          <p:cNvSpPr>
            <a:spLocks noGrp="1"/>
          </p:cNvSpPr>
          <p:nvPr>
            <p:ph type="body"/>
          </p:nvPr>
        </p:nvSpPr>
        <p:spPr>
          <a:xfrm>
            <a:off x="504000" y="1326600"/>
            <a:ext cx="9072000" cy="328860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3200" b="0" u="none" strike="noStrike">
                <a:solidFill>
                  <a:srgbClr val="000000"/>
                </a:solidFill>
                <a:uFillTx/>
                <a:latin typeface="Arial" panose="020B0604020202020204"/>
              </a:rPr>
              <a:t>Click to edit the outline text format</a:t>
            </a:r>
            <a:endParaRPr lang="en-US" sz="32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2800" b="0" u="none" strike="noStrike">
                <a:solidFill>
                  <a:srgbClr val="000000"/>
                </a:solidFill>
                <a:uFillTx/>
                <a:latin typeface="Arial" panose="020B0604020202020204"/>
              </a:rPr>
              <a:t>Second Outline Level</a:t>
            </a:r>
            <a:endParaRPr lang="en-US" sz="2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2400" b="0" u="none" strike="noStrike">
                <a:solidFill>
                  <a:srgbClr val="000000"/>
                </a:solidFill>
                <a:uFillTx/>
                <a:latin typeface="Arial" panose="020B0604020202020204"/>
              </a:rPr>
              <a:t>Third Outline Level</a:t>
            </a:r>
            <a:endParaRPr lang="en-US" sz="24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2000" b="0" u="none" strike="noStrike">
                <a:solidFill>
                  <a:srgbClr val="000000"/>
                </a:solidFill>
                <a:uFillTx/>
                <a:latin typeface="Arial" panose="020B0604020202020204"/>
              </a:rPr>
              <a:t>Fourth Outline Level</a:t>
            </a:r>
            <a:endParaRPr lang="en-US" sz="20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Fifth Outline Level</a:t>
            </a:r>
            <a:endParaRPr lang="en-US" sz="20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Sixth Outline Level</a:t>
            </a:r>
            <a:endParaRPr lang="en-US" sz="20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Seventh Outline Level</a:t>
            </a:r>
            <a:endParaRPr lang="en-US" sz="2000" b="0" u="none" strike="noStrike">
              <a:solidFill>
                <a:srgbClr val="000000"/>
              </a:solidFill>
              <a:uFillTx/>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p>
            <a:pPr indent="0">
              <a:buNone/>
            </a:pPr>
            <a:r>
              <a:rPr lang="en-US" sz="1800" b="0" u="none" strike="noStrike">
                <a:solidFill>
                  <a:srgbClr val="000000"/>
                </a:solidFill>
                <a:uFillTx/>
                <a:latin typeface="Arial" panose="020B0604020202020204"/>
              </a:rPr>
              <a:t>Click to edit the title text format</a:t>
            </a:r>
            <a:endParaRPr lang="en-US" sz="1800" b="0" u="none" strike="noStrike">
              <a:solidFill>
                <a:srgbClr val="000000"/>
              </a:solidFill>
              <a:uFillTx/>
              <a:latin typeface="Arial" panose="020B0604020202020204"/>
            </a:endParaRPr>
          </a:p>
        </p:txBody>
      </p:sp>
      <p:sp>
        <p:nvSpPr>
          <p:cNvPr id="8" name="PlaceHolder 2"/>
          <p:cNvSpPr>
            <a:spLocks noGrp="1"/>
          </p:cNvSpPr>
          <p:nvPr>
            <p:ph type="body"/>
          </p:nvPr>
        </p:nvSpPr>
        <p:spPr>
          <a:xfrm>
            <a:off x="504000" y="1326600"/>
            <a:ext cx="9071280" cy="328788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Click to edit the outline text format</a:t>
            </a:r>
            <a:endParaRPr lang="en-US" sz="1800" b="0" u="none" strike="noStrike">
              <a:solidFill>
                <a:srgbClr val="000000"/>
              </a:solidFill>
              <a:uFillTx/>
              <a:latin typeface="Arial" panose="020B0604020202020204"/>
            </a:endParaRPr>
          </a:p>
          <a:p>
            <a:pPr marL="864235" lvl="1" indent="-323850">
              <a:spcBef>
                <a:spcPts val="113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Second Outline Level</a:t>
            </a:r>
            <a:endParaRPr lang="en-US" sz="1800" b="0" u="none" strike="noStrike">
              <a:solidFill>
                <a:srgbClr val="000000"/>
              </a:solidFill>
              <a:uFillTx/>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Third Outline Level</a:t>
            </a:r>
            <a:endParaRPr lang="en-US" sz="1800" b="0" u="none" strike="noStrike">
              <a:solidFill>
                <a:srgbClr val="000000"/>
              </a:solidFill>
              <a:uFillTx/>
              <a:latin typeface="Arial" panose="020B0604020202020204"/>
            </a:endParaRPr>
          </a:p>
          <a:p>
            <a:pPr marL="1727835" lvl="3" indent="-215900">
              <a:spcBef>
                <a:spcPts val="565"/>
              </a:spcBef>
              <a:buClr>
                <a:srgbClr val="000000"/>
              </a:buClr>
              <a:buSzPct val="75000"/>
              <a:buFont typeface="Symbol" panose="05050102010706020507" charset="2"/>
              <a:buChar char=""/>
            </a:pPr>
            <a:r>
              <a:rPr lang="en-US" sz="1800" b="0" u="none" strike="noStrike">
                <a:solidFill>
                  <a:srgbClr val="000000"/>
                </a:solidFill>
                <a:uFillTx/>
                <a:latin typeface="Arial" panose="020B0604020202020204"/>
              </a:rPr>
              <a:t>Fourth Outline Level</a:t>
            </a:r>
            <a:endParaRPr lang="en-US" sz="1800" b="0" u="none" strike="noStrike">
              <a:solidFill>
                <a:srgbClr val="000000"/>
              </a:solidFill>
              <a:uFillTx/>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Fifth Outline Level</a:t>
            </a:r>
            <a:endParaRPr lang="en-US" sz="1800" b="0" u="none" strike="noStrike">
              <a:solidFill>
                <a:srgbClr val="000000"/>
              </a:solidFill>
              <a:uFillTx/>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Sixth Outline Level</a:t>
            </a:r>
            <a:endParaRPr lang="en-US" sz="1800" b="0" u="none" strike="noStrike">
              <a:solidFill>
                <a:srgbClr val="000000"/>
              </a:solidFill>
              <a:uFillTx/>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Seventh Outline Level</a:t>
            </a:r>
            <a:endParaRPr lang="en-US" sz="1800" b="0" u="none" strike="noStrike">
              <a:solidFill>
                <a:srgbClr val="000000"/>
              </a:solidFill>
              <a:uFillTx/>
              <a:latin typeface="Arial" panose="020B0604020202020204"/>
            </a:endParaRPr>
          </a:p>
        </p:txBody>
      </p:sp>
      <p:sp>
        <p:nvSpPr>
          <p:cNvPr id="9" name="PlaceHolder 3"/>
          <p:cNvSpPr>
            <a:spLocks noGrp="1"/>
          </p:cNvSpPr>
          <p:nvPr>
            <p:ph type="ftr" idx="4"/>
          </p:nvPr>
        </p:nvSpPr>
        <p:spPr>
          <a:xfrm>
            <a:off x="3447360" y="5165280"/>
            <a:ext cx="3194640" cy="390240"/>
          </a:xfrm>
          <a:prstGeom prst="rect">
            <a:avLst/>
          </a:prstGeom>
          <a:noFill/>
          <a:ln w="0">
            <a:noFill/>
          </a:ln>
        </p:spPr>
        <p:txBody>
          <a:bodyPr lIns="0" tIns="0" rIns="0" bIns="0" anchor="t">
            <a:noAutofit/>
          </a:bodyPr>
          <a:lstStyle>
            <a:lvl1pPr indent="0" algn="ctr">
              <a:lnSpc>
                <a:spcPct val="100000"/>
              </a:lnSpc>
              <a:buNone/>
              <a:tabLst>
                <a:tab pos="0" algn="l"/>
              </a:tabLst>
              <a:defRPr lang="en-US" sz="1400" b="0" u="none" strike="noStrike">
                <a:solidFill>
                  <a:srgbClr val="000000"/>
                </a:solidFill>
                <a:uFillTx/>
                <a:latin typeface="Times New Roman" panose="02020603050405020304"/>
              </a:defRPr>
            </a:lvl1pPr>
          </a:lstStyle>
          <a:p>
            <a:pPr indent="0" algn="ctr">
              <a:lnSpc>
                <a:spcPct val="100000"/>
              </a:lnSpc>
              <a:buNone/>
              <a:tabLst>
                <a:tab pos="0" algn="l"/>
              </a:tabLst>
            </a:pPr>
            <a:r>
              <a:rPr lang="en-US" sz="1400" b="0" u="none" strike="noStrike">
                <a:solidFill>
                  <a:srgbClr val="000000"/>
                </a:solidFill>
                <a:uFillTx/>
                <a:latin typeface="Times New Roman" panose="02020603050405020304"/>
              </a:rPr>
              <a:t>&lt;footer&gt;</a:t>
            </a:r>
            <a:endParaRPr lang="en-US" sz="1400" b="0" u="none" strike="noStrike">
              <a:solidFill>
                <a:srgbClr val="000000"/>
              </a:solidFill>
              <a:uFillTx/>
              <a:latin typeface="Times New Roman" panose="02020603050405020304"/>
            </a:endParaRPr>
          </a:p>
        </p:txBody>
      </p:sp>
      <p:sp>
        <p:nvSpPr>
          <p:cNvPr id="10" name="PlaceHolder 4"/>
          <p:cNvSpPr>
            <a:spLocks noGrp="1"/>
          </p:cNvSpPr>
          <p:nvPr>
            <p:ph type="sldNum" idx="5"/>
          </p:nvPr>
        </p:nvSpPr>
        <p:spPr>
          <a:xfrm>
            <a:off x="7227360" y="5165280"/>
            <a:ext cx="2347920" cy="390240"/>
          </a:xfrm>
          <a:prstGeom prst="rect">
            <a:avLst/>
          </a:prstGeom>
          <a:noFill/>
          <a:ln w="0">
            <a:noFill/>
          </a:ln>
        </p:spPr>
        <p:txBody>
          <a:bodyPr lIns="0" tIns="0" rIns="0" bIns="0" anchor="t">
            <a:noAutofit/>
          </a:bodyPr>
          <a:lstStyle>
            <a:lvl1pPr indent="0" algn="r">
              <a:lnSpc>
                <a:spcPct val="100000"/>
              </a:lnSpc>
              <a:buNone/>
              <a:tabLst>
                <a:tab pos="0" algn="l"/>
              </a:tabLst>
              <a:defRPr lang="en-US" sz="1400" b="0" u="none" strike="noStrike">
                <a:solidFill>
                  <a:srgbClr val="000000"/>
                </a:solidFill>
                <a:uFillTx/>
                <a:latin typeface="Times New Roman" panose="02020603050405020304"/>
              </a:defRPr>
            </a:lvl1pPr>
          </a:lstStyle>
          <a:p>
            <a:pPr indent="0" algn="r">
              <a:lnSpc>
                <a:spcPct val="100000"/>
              </a:lnSpc>
              <a:buNone/>
              <a:tabLst>
                <a:tab pos="0" algn="l"/>
              </a:tabLst>
            </a:pPr>
            <a:fld id="{ADA6EB0D-A72E-46B8-93F4-308D427FD161}" type="slidenum">
              <a:rPr lang="en-US" sz="1400" b="0" u="none" strike="noStrike">
                <a:solidFill>
                  <a:srgbClr val="000000"/>
                </a:solidFill>
                <a:uFillTx/>
                <a:latin typeface="Times New Roman" panose="02020603050405020304"/>
              </a:rPr>
            </a:fld>
            <a:endParaRPr lang="en-US" sz="1400" b="0" u="none" strike="noStrike">
              <a:solidFill>
                <a:srgbClr val="000000"/>
              </a:solidFill>
              <a:uFillTx/>
              <a:latin typeface="Times New Roman" panose="02020603050405020304"/>
            </a:endParaRPr>
          </a:p>
        </p:txBody>
      </p:sp>
      <p:sp>
        <p:nvSpPr>
          <p:cNvPr id="11" name="PlaceHolder 5"/>
          <p:cNvSpPr>
            <a:spLocks noGrp="1"/>
          </p:cNvSpPr>
          <p:nvPr>
            <p:ph type="dt" idx="6"/>
          </p:nvPr>
        </p:nvSpPr>
        <p:spPr>
          <a:xfrm>
            <a:off x="504000" y="5165280"/>
            <a:ext cx="2347920" cy="390240"/>
          </a:xfrm>
          <a:prstGeom prst="rect">
            <a:avLst/>
          </a:prstGeom>
          <a:noFill/>
          <a:ln w="0">
            <a:noFill/>
          </a:ln>
        </p:spPr>
        <p:txBody>
          <a:bodyPr lIns="0" tIns="0" rIns="0" bIns="0" anchor="t">
            <a:noAutofit/>
          </a:bodyPr>
          <a:lstStyle>
            <a:lvl1pPr indent="0">
              <a:buNone/>
              <a:defRPr lang="en-US" sz="1400" b="0" u="none" strike="noStrike">
                <a:solidFill>
                  <a:srgbClr val="000000"/>
                </a:solidFill>
                <a:uFillTx/>
                <a:latin typeface="Times New Roman" panose="02020603050405020304"/>
              </a:defRPr>
            </a:lvl1pPr>
          </a:lstStyle>
          <a:p>
            <a:pPr indent="0">
              <a:buNone/>
            </a:pPr>
            <a:r>
              <a:rPr lang="en-US" sz="1400" b="0" u="none" strike="noStrike">
                <a:solidFill>
                  <a:srgbClr val="000000"/>
                </a:solidFill>
                <a:uFillTx/>
                <a:latin typeface="Times New Roman" panose="02020603050405020304"/>
              </a:rPr>
              <a:t>&lt;date/time&gt;</a:t>
            </a:r>
            <a:endParaRPr lang="en-US" sz="1400" b="0" u="none" strike="noStrike">
              <a:solidFill>
                <a:srgbClr val="000000"/>
              </a:solidFill>
              <a:uFillTx/>
              <a:latin typeface="Times New Roman" panose="02020603050405020304"/>
            </a:endParaRPr>
          </a:p>
        </p:txBody>
      </p:sp>
    </p:spTree>
  </p:cSld>
  <p:clrMap bg1="lt1" tx1="dk1" bg2="lt2" tx2="dk2" accent1="accent1" accent2="accent2" accent3="accent3" accent4="accent4" accent5="accent5" accent6="accent6" hlink="hlink" folHlink="folHlink"/>
  <p:sldLayoutIdLst>
    <p:sldLayoutId id="2147483651" r:id="rId1"/>
    <p:sldLayoutId id="2147483652" r:id="rId2"/>
  </p:sldLayoutIdLst>
  <p:txStyles>
    <p:titleStyle/>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PlaceHolder 1"/>
          <p:cNvSpPr>
            <a:spLocks noGrp="1"/>
          </p:cNvSpPr>
          <p:nvPr>
            <p:ph type="subTitle"/>
          </p:nvPr>
        </p:nvSpPr>
        <p:spPr>
          <a:xfrm>
            <a:off x="504000" y="1326600"/>
            <a:ext cx="9071280" cy="3287880"/>
          </a:xfrm>
          <a:prstGeom prst="rect">
            <a:avLst/>
          </a:prstGeom>
          <a:noFill/>
          <a:ln w="0">
            <a:noFill/>
          </a:ln>
        </p:spPr>
        <p:txBody>
          <a:bodyPr lIns="0" tIns="0" rIns="0" bIns="0" anchor="ctr">
            <a:noAutofit/>
          </a:bodyPr>
          <a:p>
            <a:pPr algn="ctr">
              <a:lnSpc>
                <a:spcPct val="100000"/>
              </a:lnSpc>
              <a:tabLst>
                <a:tab pos="0" algn="l"/>
              </a:tabLst>
            </a:pPr>
            <a:r>
              <a:rPr lang="en-US" sz="3200" b="0" u="none" strike="noStrike">
                <a:solidFill>
                  <a:srgbClr val="000000"/>
                </a:solidFill>
                <a:uFillTx/>
                <a:latin typeface="Arial" panose="020B0604020202020204"/>
              </a:rPr>
              <a:t>List Rendering in React</a:t>
            </a:r>
            <a:endParaRPr lang="en-US" sz="32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p:cNvPicPr/>
          <p:nvPr/>
        </p:nvPicPr>
        <p:blipFill>
          <a:blip r:embed="rId1"/>
          <a:stretch>
            <a:fillRect/>
          </a:stretch>
        </p:blipFill>
        <p:spPr>
          <a:xfrm>
            <a:off x="364490" y="278765"/>
            <a:ext cx="7539355" cy="5083175"/>
          </a:xfrm>
          <a:prstGeom prst="rect">
            <a:avLst/>
          </a:prstGeom>
          <a:noFill/>
          <a:ln w="0">
            <a:noFill/>
          </a:ln>
        </p:spPr>
      </p:pic>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PlaceHolder 1"/>
          <p:cNvSpPr>
            <a:spLocks noGrp="1"/>
          </p:cNvSpPr>
          <p:nvPr>
            <p:ph type="title"/>
          </p:nvPr>
        </p:nvSpPr>
        <p:spPr>
          <a:xfrm>
            <a:off x="685800" y="1828800"/>
            <a:ext cx="9071280" cy="946080"/>
          </a:xfrm>
          <a:prstGeom prst="rect">
            <a:avLst/>
          </a:prstGeom>
          <a:noFill/>
          <a:ln w="0">
            <a:noFill/>
          </a:ln>
        </p:spPr>
        <p:txBody>
          <a:bodyPr lIns="0" tIns="0" rIns="0" bIns="0" anchor="ctr">
            <a:noAutofit/>
          </a:bodyPr>
          <a:p>
            <a:pPr indent="0" algn="ctr">
              <a:lnSpc>
                <a:spcPct val="100000"/>
              </a:lnSpc>
              <a:buNone/>
              <a:tabLst>
                <a:tab pos="0" algn="l"/>
              </a:tabLst>
            </a:pPr>
            <a:r>
              <a:rPr lang="en-US" sz="4400" b="0" u="none" strike="noStrike">
                <a:solidFill>
                  <a:srgbClr val="000000"/>
                </a:solidFill>
                <a:uFillTx/>
                <a:latin typeface="Arial" panose="020B0604020202020204"/>
              </a:rPr>
              <a:t>Lifting State Up</a:t>
            </a:r>
            <a:endParaRPr lang="en-US" sz="44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PlaceHolder 1"/>
          <p:cNvSpPr>
            <a:spLocks noGrp="1"/>
          </p:cNvSpPr>
          <p:nvPr>
            <p:ph/>
          </p:nvPr>
        </p:nvSpPr>
        <p:spPr>
          <a:xfrm>
            <a:off x="457200" y="914400"/>
            <a:ext cx="2853690" cy="3288030"/>
          </a:xfrm>
          <a:prstGeom prst="rect">
            <a:avLst/>
          </a:prstGeom>
          <a:noFill/>
          <a:ln w="0">
            <a:noFill/>
          </a:ln>
        </p:spPr>
        <p:txBody>
          <a:bodyPr lIns="0" tIns="0" rIns="0" bIns="0" anchor="t">
            <a:normAutofit/>
          </a:bodyPr>
          <a:p>
            <a:pPr marL="431800" indent="-323850">
              <a:lnSpc>
                <a:spcPct val="100000"/>
              </a:lnSpc>
              <a:spcBef>
                <a:spcPts val="1190"/>
              </a:spcBef>
              <a:spcAft>
                <a:spcPts val="990"/>
              </a:spcAft>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Lifting state up means </a:t>
            </a:r>
            <a:r>
              <a:rPr lang="en-US" sz="1800" b="0" u="none" strike="noStrike">
                <a:solidFill>
                  <a:srgbClr val="000000"/>
                </a:solidFill>
                <a:highlight>
                  <a:srgbClr val="FFFF00"/>
                </a:highlight>
                <a:uFillTx/>
                <a:latin typeface="Arial" panose="020B0604020202020204"/>
              </a:rPr>
              <a:t>moving state from a child component to a common ancestor</a:t>
            </a:r>
            <a:r>
              <a:rPr lang="en-US" sz="1800" b="0" u="none" strike="noStrike">
                <a:solidFill>
                  <a:srgbClr val="000000"/>
                </a:solidFill>
                <a:uFillTx/>
                <a:latin typeface="Arial" panose="020B0604020202020204"/>
              </a:rPr>
              <a:t> so multiple components can share it. Here's a simple example:</a:t>
            </a:r>
            <a:endParaRPr lang="en-US" sz="1800" b="0" u="none" strike="noStrike">
              <a:solidFill>
                <a:srgbClr val="000000"/>
              </a:solidFill>
              <a:uFillTx/>
              <a:latin typeface="Arial" panose="020B0604020202020204"/>
            </a:endParaRPr>
          </a:p>
        </p:txBody>
      </p:sp>
      <p:pic>
        <p:nvPicPr>
          <p:cNvPr id="20" name="Picture 19"/>
          <p:cNvPicPr/>
          <p:nvPr/>
        </p:nvPicPr>
        <p:blipFill>
          <a:blip r:embed="rId1"/>
          <a:stretch>
            <a:fillRect/>
          </a:stretch>
        </p:blipFill>
        <p:spPr>
          <a:xfrm>
            <a:off x="3384550" y="847725"/>
            <a:ext cx="4959985" cy="4636135"/>
          </a:xfrm>
          <a:prstGeom prst="rect">
            <a:avLst/>
          </a:prstGeom>
          <a:noFill/>
          <a:ln w="0">
            <a:noFill/>
          </a:ln>
        </p:spPr>
      </p:pic>
      <p:sp>
        <p:nvSpPr>
          <p:cNvPr id="21" name="Text Box 20"/>
          <p:cNvSpPr txBox="1"/>
          <p:nvPr/>
        </p:nvSpPr>
        <p:spPr>
          <a:xfrm>
            <a:off x="2971800" y="132120"/>
            <a:ext cx="4005000" cy="715680"/>
          </a:xfrm>
          <a:prstGeom prst="rect">
            <a:avLst/>
          </a:prstGeom>
          <a:noFill/>
          <a:ln w="0">
            <a:noFill/>
          </a:ln>
        </p:spPr>
        <p:txBody>
          <a:bodyPr lIns="90000" tIns="45000" rIns="90000" bIns="45000" anchor="t">
            <a:noAutofit/>
          </a:bodyPr>
          <a:p>
            <a:r>
              <a:rPr lang="en-US" sz="4400" b="0" u="none" strike="noStrike">
                <a:solidFill>
                  <a:srgbClr val="000000"/>
                </a:solidFill>
                <a:uFillTx/>
                <a:latin typeface="Arial" panose="020B0604020202020204"/>
              </a:rPr>
              <a:t>Lifting State Up</a:t>
            </a:r>
            <a:endParaRPr lang="en-US" sz="44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1339560"/>
            <a:ext cx="9071280" cy="946080"/>
          </a:xfrm>
          <a:prstGeom prst="rect">
            <a:avLst/>
          </a:prstGeom>
          <a:noFill/>
          <a:ln w="0">
            <a:noFill/>
          </a:ln>
        </p:spPr>
        <p:txBody>
          <a:bodyPr lIns="0" tIns="0" rIns="0" bIns="0" anchor="ctr">
            <a:noAutofit/>
          </a:bodyPr>
          <a:p>
            <a:pPr indent="0" algn="ctr">
              <a:lnSpc>
                <a:spcPct val="100000"/>
              </a:lnSpc>
              <a:buNone/>
              <a:tabLst>
                <a:tab pos="0" algn="l"/>
              </a:tabLst>
            </a:pPr>
            <a:r>
              <a:rPr lang="en-US" sz="4400" b="0" u="none" strike="noStrike">
                <a:solidFill>
                  <a:srgbClr val="000000"/>
                </a:solidFill>
                <a:uFillTx/>
                <a:latin typeface="Arial" panose="020B0604020202020204"/>
              </a:rPr>
              <a:t>Prop Drilling</a:t>
            </a:r>
            <a:endParaRPr lang="en-US" sz="44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PlaceHolder 1"/>
          <p:cNvSpPr>
            <a:spLocks noGrp="1"/>
          </p:cNvSpPr>
          <p:nvPr>
            <p:ph/>
          </p:nvPr>
        </p:nvSpPr>
        <p:spPr>
          <a:xfrm>
            <a:off x="71755" y="99060"/>
            <a:ext cx="2755265" cy="3288030"/>
          </a:xfrm>
          <a:prstGeom prst="rect">
            <a:avLst/>
          </a:prstGeom>
          <a:noFill/>
          <a:ln w="0">
            <a:noFill/>
          </a:ln>
        </p:spPr>
        <p:txBody>
          <a:bodyPr lIns="0" tIns="0" rIns="0" bIns="0" anchor="t">
            <a:normAutofit/>
          </a:bodyPr>
          <a:p>
            <a:pPr marL="431800" indent="0">
              <a:lnSpc>
                <a:spcPct val="100000"/>
              </a:lnSpc>
              <a:spcBef>
                <a:spcPts val="1190"/>
              </a:spcBef>
              <a:spcAft>
                <a:spcPts val="990"/>
              </a:spcAft>
              <a:buNone/>
            </a:pPr>
            <a:endParaRPr lang="en-US" sz="1000" b="0" u="none" strike="noStrike">
              <a:solidFill>
                <a:srgbClr val="000000"/>
              </a:solidFill>
              <a:uFillTx/>
              <a:latin typeface="Arial" panose="020B0604020202020204"/>
            </a:endParaRPr>
          </a:p>
          <a:p>
            <a:pPr marL="431800" indent="-323850">
              <a:lnSpc>
                <a:spcPct val="100000"/>
              </a:lnSpc>
              <a:spcBef>
                <a:spcPts val="1190"/>
              </a:spcBef>
              <a:spcAft>
                <a:spcPts val="990"/>
              </a:spcAft>
              <a:buClr>
                <a:srgbClr val="000000"/>
              </a:buClr>
              <a:buSzPct val="45000"/>
              <a:buFont typeface="Wingdings" panose="05000000000000000000" pitchFamily="2" charset="2"/>
              <a:buChar char=""/>
            </a:pPr>
            <a:r>
              <a:rPr lang="en-US" sz="1000" b="0" u="none" strike="noStrike">
                <a:solidFill>
                  <a:srgbClr val="000000"/>
                </a:solidFill>
                <a:uFillTx/>
                <a:latin typeface="Arial" panose="020B0604020202020204"/>
              </a:rPr>
              <a:t>Prop drilling in React refers to the process of passing data (props) from a </a:t>
            </a:r>
            <a:r>
              <a:rPr lang="en-US" sz="1000" b="0" u="none" strike="noStrike">
                <a:solidFill>
                  <a:srgbClr val="000000"/>
                </a:solidFill>
                <a:highlight>
                  <a:srgbClr val="FFFF00"/>
                </a:highlight>
                <a:uFillTx/>
                <a:latin typeface="Arial" panose="020B0604020202020204"/>
              </a:rPr>
              <a:t>parent component down to deeply nested child </a:t>
            </a:r>
            <a:r>
              <a:rPr lang="en-US" sz="1000" b="0" u="none" strike="noStrike">
                <a:solidFill>
                  <a:srgbClr val="000000"/>
                </a:solidFill>
                <a:uFillTx/>
                <a:latin typeface="Arial" panose="020B0604020202020204"/>
              </a:rPr>
              <a:t>components through multiple intermediate components, even if those intermediate components do not directly use the data. </a:t>
            </a:r>
            <a:endParaRPr lang="en-US" sz="1000" b="0" u="none" strike="noStrike">
              <a:solidFill>
                <a:srgbClr val="000000"/>
              </a:solidFill>
              <a:uFillTx/>
              <a:latin typeface="Arial" panose="020B0604020202020204"/>
            </a:endParaRPr>
          </a:p>
          <a:p>
            <a:pPr marL="431800" indent="-323850">
              <a:lnSpc>
                <a:spcPct val="100000"/>
              </a:lnSpc>
              <a:spcBef>
                <a:spcPts val="1190"/>
              </a:spcBef>
              <a:spcAft>
                <a:spcPts val="990"/>
              </a:spcAft>
              <a:buClr>
                <a:srgbClr val="000000"/>
              </a:buClr>
              <a:buSzPct val="45000"/>
              <a:buFont typeface="Wingdings" panose="05000000000000000000" pitchFamily="2" charset="2"/>
              <a:buChar char=""/>
            </a:pPr>
            <a:r>
              <a:rPr lang="en-US" sz="1000" b="0" u="none" strike="noStrike">
                <a:solidFill>
                  <a:srgbClr val="000000"/>
                </a:solidFill>
                <a:uFillTx/>
                <a:latin typeface="Arial" panose="020B0604020202020204"/>
              </a:rPr>
              <a:t>This can lead to unnecessary complexity and reduced maintainability.</a:t>
            </a:r>
            <a:endParaRPr lang="en-US" sz="1000" b="0" u="none" strike="noStrike">
              <a:solidFill>
                <a:srgbClr val="000000"/>
              </a:solidFill>
              <a:uFillTx/>
              <a:latin typeface="Arial" panose="020B0604020202020204"/>
            </a:endParaRPr>
          </a:p>
        </p:txBody>
      </p:sp>
      <p:pic>
        <p:nvPicPr>
          <p:cNvPr id="24" name="Picture 23"/>
          <p:cNvPicPr/>
          <p:nvPr/>
        </p:nvPicPr>
        <p:blipFill>
          <a:blip r:embed="rId1"/>
          <a:stretch>
            <a:fillRect/>
          </a:stretch>
        </p:blipFill>
        <p:spPr>
          <a:xfrm>
            <a:off x="3096260" y="890905"/>
            <a:ext cx="5597525" cy="4014470"/>
          </a:xfrm>
          <a:prstGeom prst="rect">
            <a:avLst/>
          </a:prstGeom>
          <a:noFill/>
          <a:ln w="0">
            <a:noFill/>
          </a:ln>
        </p:spPr>
      </p:pic>
      <p:sp>
        <p:nvSpPr>
          <p:cNvPr id="25" name="Text Box 24"/>
          <p:cNvSpPr txBox="1"/>
          <p:nvPr/>
        </p:nvSpPr>
        <p:spPr>
          <a:xfrm>
            <a:off x="2971800" y="198720"/>
            <a:ext cx="3227040" cy="715680"/>
          </a:xfrm>
          <a:prstGeom prst="rect">
            <a:avLst/>
          </a:prstGeom>
          <a:noFill/>
          <a:ln w="0">
            <a:noFill/>
          </a:ln>
        </p:spPr>
        <p:txBody>
          <a:bodyPr lIns="90000" tIns="45000" rIns="90000" bIns="45000" anchor="t">
            <a:noAutofit/>
          </a:bodyPr>
          <a:p>
            <a:r>
              <a:rPr lang="en-US" sz="4400" b="0" u="none" strike="noStrike">
                <a:solidFill>
                  <a:srgbClr val="000000"/>
                </a:solidFill>
                <a:uFillTx/>
                <a:latin typeface="Arial" panose="020B0604020202020204"/>
              </a:rPr>
              <a:t>Prop Drilling</a:t>
            </a:r>
            <a:endParaRPr lang="en-US" sz="44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PlaceHolder 1"/>
          <p:cNvSpPr>
            <a:spLocks noGrp="1"/>
          </p:cNvSpPr>
          <p:nvPr>
            <p:ph/>
          </p:nvPr>
        </p:nvSpPr>
        <p:spPr>
          <a:xfrm>
            <a:off x="529920" y="1055520"/>
            <a:ext cx="9071280" cy="3287880"/>
          </a:xfrm>
          <a:prstGeom prst="rect">
            <a:avLst/>
          </a:prstGeom>
          <a:noFill/>
          <a:ln w="0">
            <a:noFill/>
          </a:ln>
        </p:spPr>
        <p:txBody>
          <a:bodyPr lIns="0" tIns="0" rIns="0" bIns="0" anchor="t">
            <a:normAutofit/>
          </a:bodyPr>
          <a:p>
            <a:pPr marL="431800" indent="-323850">
              <a:lnSpc>
                <a:spcPct val="100000"/>
              </a:lnSpc>
              <a:spcBef>
                <a:spcPts val="1190"/>
              </a:spcBef>
              <a:spcAft>
                <a:spcPts val="990"/>
              </a:spcAft>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Prop drilling can occur when the state is lifted.</a:t>
            </a:r>
            <a:endParaRPr lang="en-US" sz="1800" b="0" u="none" strike="noStrike">
              <a:solidFill>
                <a:srgbClr val="000000"/>
              </a:solidFill>
              <a:uFillTx/>
              <a:latin typeface="Arial" panose="020B0604020202020204"/>
            </a:endParaRPr>
          </a:p>
          <a:p>
            <a:pPr marL="431800" indent="-323850">
              <a:lnSpc>
                <a:spcPct val="100000"/>
              </a:lnSpc>
              <a:spcBef>
                <a:spcPts val="1190"/>
              </a:spcBef>
              <a:spcAft>
                <a:spcPts val="990"/>
              </a:spcAft>
              <a:buClr>
                <a:srgbClr val="000000"/>
              </a:buClr>
              <a:buSzPct val="45000"/>
              <a:buFont typeface="Wingdings" panose="05000000000000000000" pitchFamily="2" charset="2"/>
              <a:buChar char=""/>
            </a:pPr>
            <a:r>
              <a:rPr lang="en-US" sz="1800" b="0" u="none" strike="noStrike">
                <a:solidFill>
                  <a:srgbClr val="000000"/>
                </a:solidFill>
                <a:uFillTx/>
                <a:latin typeface="Arial" panose="020B0604020202020204"/>
              </a:rPr>
              <a:t>To </a:t>
            </a:r>
            <a:r>
              <a:rPr lang="en-US" sz="1800" b="0" u="none" strike="noStrike">
                <a:solidFill>
                  <a:srgbClr val="000000"/>
                </a:solidFill>
                <a:highlight>
                  <a:srgbClr val="FFFF00"/>
                </a:highlight>
                <a:uFillTx/>
                <a:latin typeface="Arial" panose="020B0604020202020204"/>
              </a:rPr>
              <a:t>avoid prop drilling</a:t>
            </a:r>
            <a:r>
              <a:rPr lang="en-US" sz="1800" b="0" u="none" strike="noStrike">
                <a:solidFill>
                  <a:srgbClr val="000000"/>
                </a:solidFill>
                <a:uFillTx/>
                <a:latin typeface="Arial" panose="020B0604020202020204"/>
              </a:rPr>
              <a:t>, use context API or a </a:t>
            </a:r>
            <a:r>
              <a:rPr lang="en-US" sz="1800" b="0" u="none" strike="noStrike">
                <a:solidFill>
                  <a:srgbClr val="000000"/>
                </a:solidFill>
                <a:highlight>
                  <a:srgbClr val="FFFF00"/>
                </a:highlight>
                <a:uFillTx/>
                <a:latin typeface="Arial" panose="020B0604020202020204"/>
              </a:rPr>
              <a:t>global state management library</a:t>
            </a:r>
            <a:r>
              <a:rPr lang="en-US" sz="1800" b="0" u="none" strike="noStrike">
                <a:solidFill>
                  <a:srgbClr val="000000"/>
                </a:solidFill>
                <a:uFillTx/>
                <a:latin typeface="Arial" panose="020B0604020202020204"/>
              </a:rPr>
              <a:t>, such as redux, zustand, etc.</a:t>
            </a:r>
            <a:endParaRPr lang="en-US" sz="1800" b="0" u="none" strike="noStrike">
              <a:solidFill>
                <a:srgbClr val="000000"/>
              </a:solidFill>
              <a:uFillTx/>
              <a:latin typeface="Arial" panose="020B0604020202020204"/>
            </a:endParaRPr>
          </a:p>
        </p:txBody>
      </p:sp>
      <p:sp>
        <p:nvSpPr>
          <p:cNvPr id="27" name="Text Box 26"/>
          <p:cNvSpPr txBox="1"/>
          <p:nvPr/>
        </p:nvSpPr>
        <p:spPr>
          <a:xfrm>
            <a:off x="3173760" y="198720"/>
            <a:ext cx="3227040" cy="715680"/>
          </a:xfrm>
          <a:prstGeom prst="rect">
            <a:avLst/>
          </a:prstGeom>
          <a:noFill/>
          <a:ln w="0">
            <a:noFill/>
          </a:ln>
        </p:spPr>
        <p:txBody>
          <a:bodyPr lIns="90000" tIns="45000" rIns="90000" bIns="45000" anchor="t">
            <a:noAutofit/>
          </a:bodyPr>
          <a:p>
            <a:r>
              <a:rPr lang="en-US" sz="4400" b="0" u="none" strike="noStrike">
                <a:solidFill>
                  <a:srgbClr val="000000"/>
                </a:solidFill>
                <a:uFillTx/>
                <a:latin typeface="Arial" panose="020B0604020202020204"/>
              </a:rPr>
              <a:t>Prop Drilling</a:t>
            </a:r>
            <a:endParaRPr lang="en-US" sz="44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253960"/>
            <a:ext cx="9071280" cy="946080"/>
          </a:xfrm>
          <a:prstGeom prst="rect">
            <a:avLst/>
          </a:prstGeom>
          <a:noFill/>
          <a:ln w="0">
            <a:noFill/>
          </a:ln>
        </p:spPr>
        <p:txBody>
          <a:bodyPr lIns="0" tIns="0" rIns="0" bIns="0" anchor="ctr">
            <a:noAutofit/>
          </a:bodyPr>
          <a:p>
            <a:pPr indent="0" algn="ctr">
              <a:lnSpc>
                <a:spcPct val="100000"/>
              </a:lnSpc>
              <a:spcBef>
                <a:spcPts val="1190"/>
              </a:spcBef>
              <a:spcAft>
                <a:spcPts val="990"/>
              </a:spcAft>
              <a:buNone/>
              <a:tabLst>
                <a:tab pos="0" algn="l"/>
              </a:tabLst>
            </a:pPr>
            <a:r>
              <a:rPr lang="en-US" sz="2200" b="1" u="none" strike="noStrike">
                <a:solidFill>
                  <a:srgbClr val="000000"/>
                </a:solidFill>
                <a:uFillTx/>
                <a:latin typeface="Arial" panose="020B0604020202020204"/>
              </a:rPr>
              <a:t>Queueing a Series of State Updates</a:t>
            </a:r>
            <a:br>
              <a:rPr sz="2200"/>
            </a:br>
            <a:endParaRPr lang="en-US" sz="2200" b="0" u="none" strike="noStrike">
              <a:solidFill>
                <a:srgbClr val="000000"/>
              </a:solidFill>
              <a:uFillTx/>
              <a:latin typeface="Arial" panose="020B0604020202020204"/>
            </a:endParaRPr>
          </a:p>
        </p:txBody>
      </p:sp>
      <p:sp>
        <p:nvSpPr>
          <p:cNvPr id="29" name="Rectangles 28"/>
          <p:cNvSpPr/>
          <p:nvPr/>
        </p:nvSpPr>
        <p:spPr>
          <a:xfrm>
            <a:off x="2000520" y="3200400"/>
            <a:ext cx="6000120" cy="346320"/>
          </a:xfrm>
          <a:prstGeom prst="rect">
            <a:avLst/>
          </a:prstGeom>
          <a:noFill/>
          <a:ln w="0">
            <a:noFill/>
          </a:ln>
        </p:spPr>
        <p:style>
          <a:lnRef idx="0">
            <a:srgbClr val="FFFFFF"/>
          </a:lnRef>
          <a:fillRef idx="0">
            <a:srgbClr val="FFFFFF"/>
          </a:fillRef>
          <a:effectRef idx="0">
            <a:srgbClr val="FFFFFF"/>
          </a:effectRef>
          <a:fontRef idx="minor"/>
        </p:style>
        <p:txBody>
          <a:bodyPr lIns="90000" tIns="45000" rIns="90000" bIns="45000" anchor="t">
            <a:noAutofit/>
          </a:bodyPr>
          <a:p>
            <a:pPr>
              <a:lnSpc>
                <a:spcPct val="100000"/>
              </a:lnSpc>
            </a:pPr>
            <a:r>
              <a:rPr lang="en-US" sz="1800" b="0" u="none" strike="noStrike">
                <a:solidFill>
                  <a:srgbClr val="000000"/>
                </a:solidFill>
                <a:uFillTx/>
                <a:latin typeface="Arial" panose="020B0604020202020204"/>
              </a:rPr>
              <a:t>https://react.dev/learn/queueing-a-series-of-state-updates</a:t>
            </a:r>
            <a:endParaRPr lang="en-US" sz="18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Box 29"/>
          <p:cNvSpPr txBox="1"/>
          <p:nvPr/>
        </p:nvSpPr>
        <p:spPr>
          <a:xfrm>
            <a:off x="1143000" y="749880"/>
            <a:ext cx="6199200" cy="4186080"/>
          </a:xfrm>
          <a:prstGeom prst="rect">
            <a:avLst/>
          </a:prstGeom>
          <a:noFill/>
          <a:ln w="0">
            <a:noFill/>
          </a:ln>
        </p:spPr>
        <p:txBody>
          <a:bodyPr lIns="90000" tIns="45000" rIns="90000" bIns="45000" anchor="t">
            <a:noAutofit/>
          </a:bodyPr>
          <a:p>
            <a:r>
              <a:rPr lang="en-US" sz="1800" b="0" u="none" strike="noStrike">
                <a:solidFill>
                  <a:srgbClr val="000000"/>
                </a:solidFill>
                <a:uFillTx/>
                <a:latin typeface="Arial" panose="020B0604020202020204"/>
              </a:rPr>
              <a:t>import { useState } from 'react';</a:t>
            </a:r>
            <a:endParaRPr lang="en-US" sz="1800" b="0" u="none" strike="noStrike">
              <a:solidFill>
                <a:srgbClr val="000000"/>
              </a:solidFill>
              <a:uFillTx/>
              <a:latin typeface="Arial" panose="020B0604020202020204"/>
            </a:endParaRPr>
          </a:p>
          <a:p>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export default function Counter() {</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const [number, setNumber] = useState(0);</a:t>
            </a:r>
            <a:endParaRPr lang="en-US" sz="1800" b="0" u="none" strike="noStrike">
              <a:solidFill>
                <a:srgbClr val="000000"/>
              </a:solidFill>
              <a:uFillTx/>
              <a:latin typeface="Arial" panose="020B0604020202020204"/>
            </a:endParaRPr>
          </a:p>
          <a:p>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return (</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&lt;&gt;</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&lt;h1&gt;{number}&lt;/h1&gt;</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&lt;button onClick={() =&gt; {</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setNumber(number + 1);</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setNumber(number + 1);</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setNumber(number + 1);</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}}&gt;+3&lt;/button&gt;</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&lt;/&gt;</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  </a:t>
            </a:r>
            <a:r>
              <a:rPr lang="en-US" sz="1800" b="0" u="none" strike="noStrike">
                <a:solidFill>
                  <a:srgbClr val="000000"/>
                </a:solidFill>
                <a:uFillTx/>
                <a:latin typeface="Arial" panose="020B0604020202020204"/>
              </a:rPr>
              <a:t>)</a:t>
            </a:r>
            <a:endParaRPr lang="en-US" sz="1800" b="0" u="none" strike="noStrike">
              <a:solidFill>
                <a:srgbClr val="000000"/>
              </a:solidFill>
              <a:uFillTx/>
              <a:latin typeface="Arial" panose="020B0604020202020204"/>
            </a:endParaRPr>
          </a:p>
          <a:p>
            <a:r>
              <a:rPr lang="en-US" sz="1800" b="0" u="none" strike="noStrike">
                <a:solidFill>
                  <a:srgbClr val="000000"/>
                </a:solidFill>
                <a:uFillTx/>
                <a:latin typeface="Arial" panose="020B0604020202020204"/>
              </a:rPr>
              <a:t>}</a:t>
            </a:r>
            <a:endParaRPr lang="en-US" sz="1800" b="0" u="none" strike="noStrike">
              <a:solidFill>
                <a:srgbClr val="000000"/>
              </a:solidFill>
              <a:uFillTx/>
              <a:latin typeface="Arial" panose="020B0604020202020204"/>
            </a:endParaRPr>
          </a:p>
        </p:txBody>
      </p:sp>
      <p:sp>
        <p:nvSpPr>
          <p:cNvPr id="31" name="Text Box 30"/>
          <p:cNvSpPr txBox="1"/>
          <p:nvPr/>
        </p:nvSpPr>
        <p:spPr>
          <a:xfrm>
            <a:off x="529920" y="0"/>
            <a:ext cx="9071280" cy="946080"/>
          </a:xfrm>
          <a:prstGeom prst="rect">
            <a:avLst/>
          </a:prstGeom>
          <a:noFill/>
          <a:ln w="0">
            <a:noFill/>
          </a:ln>
        </p:spPr>
        <p:txBody>
          <a:bodyPr lIns="0" tIns="0" rIns="0" bIns="0" anchor="ctr">
            <a:noAutofit/>
          </a:bodyPr>
          <a:p>
            <a:pPr algn="ctr"/>
            <a:r>
              <a:rPr lang="en-US" sz="4400" b="0" u="none" strike="noStrike">
                <a:solidFill>
                  <a:srgbClr val="000000"/>
                </a:solidFill>
                <a:uFillTx/>
                <a:latin typeface="Arial" panose="020B0604020202020204"/>
              </a:rPr>
              <a:t>State Update Batching</a:t>
            </a:r>
            <a:endParaRPr lang="en-US" sz="44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p>
            <a:pPr indent="0" algn="ctr">
              <a:buNone/>
            </a:pPr>
            <a:r>
              <a:rPr lang="en-US" sz="4400" b="0" u="none" strike="noStrike">
                <a:solidFill>
                  <a:srgbClr val="000000"/>
                </a:solidFill>
                <a:uFillTx/>
                <a:latin typeface="Arial" panose="020B0604020202020204"/>
              </a:rPr>
              <a:t>State Update Batching</a:t>
            </a:r>
            <a:endParaRPr lang="en-US" sz="4400" b="0" u="none" strike="noStrike">
              <a:solidFill>
                <a:srgbClr val="000000"/>
              </a:solidFill>
              <a:uFillTx/>
              <a:latin typeface="Arial" panose="020B0604020202020204"/>
            </a:endParaRPr>
          </a:p>
        </p:txBody>
      </p:sp>
      <p:sp>
        <p:nvSpPr>
          <p:cNvPr id="33" name="PlaceHolder 2"/>
          <p:cNvSpPr>
            <a:spLocks noGrp="1"/>
          </p:cNvSpPr>
          <p:nvPr>
            <p:ph/>
          </p:nvPr>
        </p:nvSpPr>
        <p:spPr>
          <a:xfrm>
            <a:off x="504000" y="1326600"/>
            <a:ext cx="9071280" cy="3931200"/>
          </a:xfrm>
          <a:prstGeom prst="rect">
            <a:avLst/>
          </a:prstGeom>
          <a:noFill/>
          <a:ln w="0">
            <a:noFill/>
          </a:ln>
        </p:spPr>
        <p:txBody>
          <a:bodyPr lIns="0" tIns="0" rIns="0" bIns="0" anchor="t">
            <a:normAutofit fontScale="77500" lnSpcReduction="19999"/>
          </a:bodyPr>
          <a:p>
            <a:pPr marL="431800" indent="-323850">
              <a:spcBef>
                <a:spcPts val="1190"/>
              </a:spcBef>
              <a:spcAft>
                <a:spcPts val="990"/>
              </a:spcAft>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In this code, when the button is clicked, you expect number to increase by 3. However, due to React's state batching behavior, the final value of number may not be what you expect. </a:t>
            </a:r>
            <a:endParaRPr lang="en-US" sz="2000" b="0" u="none" strike="noStrike">
              <a:solidFill>
                <a:srgbClr val="000000"/>
              </a:solidFill>
              <a:uFillTx/>
              <a:latin typeface="Arial" panose="020B0604020202020204"/>
            </a:endParaRPr>
          </a:p>
          <a:p>
            <a:pPr marL="431800" indent="0">
              <a:spcBef>
                <a:spcPts val="1190"/>
              </a:spcBef>
              <a:spcAft>
                <a:spcPts val="990"/>
              </a:spcAft>
              <a:buNone/>
            </a:pPr>
            <a:r>
              <a:rPr lang="en-US" sz="2000" b="1" u="none" strike="noStrike">
                <a:solidFill>
                  <a:srgbClr val="000000"/>
                </a:solidFill>
                <a:uFillTx/>
                <a:latin typeface="Arial" panose="020B0604020202020204"/>
              </a:rPr>
              <a:t>How React Processes the Updates</a:t>
            </a:r>
            <a:endParaRPr lang="en-US" sz="2000" b="1" u="none" strike="noStrike">
              <a:solidFill>
                <a:srgbClr val="000000"/>
              </a:solidFill>
              <a:uFillTx/>
              <a:latin typeface="Arial" panose="020B0604020202020204"/>
            </a:endParaRPr>
          </a:p>
          <a:p>
            <a:pPr marL="431800" indent="-323850">
              <a:spcBef>
                <a:spcPts val="1190"/>
              </a:spcBef>
              <a:spcAft>
                <a:spcPts val="990"/>
              </a:spcAft>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The initial state is number</a:t>
            </a:r>
            <a:r>
              <a:rPr lang="en-US" sz="2000" b="0" u="none" strike="noStrike">
                <a:solidFill>
                  <a:srgbClr val="000000"/>
                </a:solidFill>
                <a:uFillTx/>
                <a:latin typeface="Arial" panose="020B0604020202020204"/>
              </a:rPr>
              <a:t> = 0.</a:t>
            </a:r>
            <a:endParaRPr lang="en-US" sz="2000" b="0" u="none" strike="noStrike">
              <a:solidFill>
                <a:srgbClr val="000000"/>
              </a:solidFill>
              <a:uFillTx/>
              <a:latin typeface="Arial" panose="020B0604020202020204"/>
            </a:endParaRPr>
          </a:p>
          <a:p>
            <a:pPr marL="431800" indent="-323850">
              <a:spcBef>
                <a:spcPts val="1190"/>
              </a:spcBef>
              <a:spcAft>
                <a:spcPts val="990"/>
              </a:spcAft>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When the button is clicked, the event handler runs:</a:t>
            </a:r>
            <a:endParaRPr lang="en-US" sz="2000" b="0" u="none" strike="noStrike">
              <a:solidFill>
                <a:srgbClr val="000000"/>
              </a:solidFill>
              <a:uFillTx/>
              <a:latin typeface="Arial" panose="020B0604020202020204"/>
            </a:endParaRPr>
          </a:p>
          <a:p>
            <a:pPr marL="431800" indent="0">
              <a:buNone/>
            </a:pPr>
            <a:r>
              <a:rPr lang="en-US" sz="2000" b="0" u="none" strike="noStrike">
                <a:solidFill>
                  <a:srgbClr val="000000"/>
                </a:solidFill>
                <a:uFillTx/>
                <a:latin typeface="Arial" panose="020B0604020202020204"/>
              </a:rPr>
              <a:t>setNumber(number + 1);</a:t>
            </a:r>
            <a:endParaRPr lang="en-US" sz="2000" b="0" u="none" strike="noStrike">
              <a:solidFill>
                <a:srgbClr val="000000"/>
              </a:solidFill>
              <a:uFillTx/>
              <a:latin typeface="Arial" panose="020B0604020202020204"/>
              <a:ea typeface="Microsoft YaHei" panose="020B0503020204020204" charset="-122"/>
            </a:endParaRPr>
          </a:p>
          <a:p>
            <a:pPr marL="431800" indent="0">
              <a:buNone/>
            </a:pPr>
            <a:r>
              <a:rPr lang="en-US" sz="2000" b="0" u="none" strike="noStrike">
                <a:solidFill>
                  <a:srgbClr val="000000"/>
                </a:solidFill>
                <a:uFillTx/>
                <a:latin typeface="Arial" panose="020B0604020202020204"/>
              </a:rPr>
              <a:t>setNumber(number + 1);</a:t>
            </a:r>
            <a:endParaRPr lang="en-US" sz="2000" b="0" u="none" strike="noStrike">
              <a:solidFill>
                <a:srgbClr val="000000"/>
              </a:solidFill>
              <a:uFillTx/>
              <a:latin typeface="Arial" panose="020B0604020202020204"/>
              <a:ea typeface="Microsoft YaHei" panose="020B0503020204020204" charset="-122"/>
            </a:endParaRPr>
          </a:p>
          <a:p>
            <a:pPr marL="431800" indent="0">
              <a:buNone/>
            </a:pPr>
            <a:r>
              <a:rPr lang="en-US" sz="2000" b="0" u="none" strike="noStrike">
                <a:solidFill>
                  <a:srgbClr val="000000"/>
                </a:solidFill>
                <a:uFillTx/>
                <a:latin typeface="Arial" panose="020B0604020202020204"/>
              </a:rPr>
              <a:t>setNumber(number + 1);</a:t>
            </a:r>
            <a:endParaRPr lang="en-US" sz="2000" b="0" u="none" strike="noStrike">
              <a:solidFill>
                <a:srgbClr val="000000"/>
              </a:solidFill>
              <a:uFillTx/>
              <a:latin typeface="Arial" panose="020B0604020202020204"/>
              <a:ea typeface="Microsoft YaHei" panose="020B0503020204020204" charset="-122"/>
            </a:endParaRPr>
          </a:p>
          <a:p>
            <a:pPr marL="431800" indent="0">
              <a:buNone/>
            </a:pPr>
            <a:endParaRPr lang="en-US" sz="2000" b="0" u="none" strike="noStrike">
              <a:solidFill>
                <a:srgbClr val="000000"/>
              </a:solidFill>
              <a:uFillTx/>
              <a:latin typeface="Arial" panose="020B0604020202020204"/>
              <a:ea typeface="Microsoft YaHei" panose="020B0503020204020204" charset="-122"/>
            </a:endParaRPr>
          </a:p>
          <a:p>
            <a:pPr marL="431800" indent="-323850">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ea typeface="Microsoft YaHei" panose="020B0503020204020204" charset="-122"/>
              </a:rPr>
              <a:t>Each state update call is put to a queue (batched) by react, i.e., the state update is not immediately reflected, it is deferred till the event listener has finished executing. As state update call sees 0 as the value of the number. </a:t>
            </a:r>
            <a:endParaRPr lang="en-US" sz="2000" b="0" u="none" strike="noStrike">
              <a:solidFill>
                <a:srgbClr val="000000"/>
              </a:solidFill>
              <a:uFillTx/>
              <a:latin typeface="Arial" panose="020B0604020202020204"/>
              <a:ea typeface="Microsoft YaHei" panose="020B0503020204020204" charset="-122"/>
            </a:endParaRPr>
          </a:p>
          <a:p>
            <a:pPr marL="431800" indent="0">
              <a:buNone/>
            </a:pPr>
            <a:endParaRPr lang="en-US" sz="2000" b="0" u="none" strike="noStrike">
              <a:solidFill>
                <a:srgbClr val="000000"/>
              </a:solidFill>
              <a:uFillTx/>
              <a:latin typeface="Arial" panose="020B0604020202020204"/>
              <a:ea typeface="Microsoft YaHei" panose="020B0503020204020204" charset="-122"/>
            </a:endParaRPr>
          </a:p>
          <a:p>
            <a:pPr marL="431800" indent="-323850">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ea typeface="Microsoft YaHei" panose="020B0503020204020204" charset="-122"/>
              </a:rPr>
              <a:t>State updates are batched for efficient rendering, i.e, apply all state updates in one go and do a single rerender.</a:t>
            </a:r>
            <a:endParaRPr lang="en-US" sz="2000" b="0" u="none" strike="noStrike">
              <a:solidFill>
                <a:srgbClr val="000000"/>
              </a:solidFill>
              <a:uFillTx/>
              <a:latin typeface="Arial" panose="020B0604020202020204"/>
              <a:ea typeface="Microsoft YaHei" panose="020B0503020204020204" charset="-122"/>
            </a:endParaRPr>
          </a:p>
          <a:p>
            <a:pPr marL="431800" indent="0">
              <a:spcBef>
                <a:spcPts val="1190"/>
              </a:spcBef>
              <a:spcAft>
                <a:spcPts val="990"/>
              </a:spcAft>
              <a:buNone/>
            </a:pPr>
            <a:endParaRPr lang="en-US" sz="2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p>
            <a:pPr indent="0" algn="ctr">
              <a:buNone/>
            </a:pPr>
            <a:r>
              <a:rPr lang="en-US" sz="4400" b="0" u="none" strike="noStrike">
                <a:solidFill>
                  <a:srgbClr val="000000"/>
                </a:solidFill>
                <a:uFillTx/>
                <a:latin typeface="Arial" panose="020B0604020202020204"/>
              </a:rPr>
              <a:t>State Update Batching</a:t>
            </a:r>
            <a:endParaRPr lang="en-US" sz="4400" b="0" u="none" strike="noStrike">
              <a:solidFill>
                <a:srgbClr val="000000"/>
              </a:solidFill>
              <a:uFillTx/>
              <a:latin typeface="Arial" panose="020B0604020202020204"/>
            </a:endParaRPr>
          </a:p>
        </p:txBody>
      </p:sp>
      <p:sp>
        <p:nvSpPr>
          <p:cNvPr id="35"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To ensure that you get the updated value of state inside the setState function, use </a:t>
            </a:r>
            <a:r>
              <a:rPr lang="en-US" sz="2000" b="0" u="none" strike="noStrike">
                <a:solidFill>
                  <a:srgbClr val="FF0000"/>
                </a:solidFill>
                <a:uFillTx/>
                <a:latin typeface="Arial" panose="020B0604020202020204"/>
              </a:rPr>
              <a:t>callback approach</a:t>
            </a:r>
            <a:r>
              <a:rPr lang="en-US" sz="2000" b="0" u="none" strike="noStrike">
                <a:solidFill>
                  <a:srgbClr val="000000"/>
                </a:solidFill>
                <a:uFillTx/>
                <a:latin typeface="Arial" panose="020B0604020202020204"/>
              </a:rPr>
              <a:t>, i.e.,</a:t>
            </a:r>
            <a:endParaRPr lang="en-US" sz="2000" b="0" u="none" strike="noStrike">
              <a:solidFill>
                <a:srgbClr val="000000"/>
              </a:solidFill>
              <a:uFillTx/>
              <a:latin typeface="Arial" panose="020B0604020202020204"/>
            </a:endParaRPr>
          </a:p>
          <a:p>
            <a:pPr marL="431800" indent="0">
              <a:spcBef>
                <a:spcPts val="1415"/>
              </a:spcBef>
              <a:buNone/>
            </a:pPr>
            <a:r>
              <a:rPr lang="en-US" sz="2000" b="0" u="none" strike="noStrike">
                <a:solidFill>
                  <a:srgbClr val="000000"/>
                </a:solidFill>
                <a:highlight>
                  <a:srgbClr val="FFFF00"/>
                </a:highlight>
                <a:uFillTx/>
                <a:latin typeface="Arial" panose="020B0604020202020204"/>
              </a:rPr>
              <a:t>setNumber(prev =&gt; prev + 1);</a:t>
            </a:r>
            <a:endParaRPr lang="en-US" sz="2000" b="0" u="none" strike="noStrike">
              <a:solidFill>
                <a:srgbClr val="000000"/>
              </a:solidFill>
              <a:highlight>
                <a:srgbClr val="FFFF00"/>
              </a:highlight>
              <a:uFillTx/>
              <a:latin typeface="Arial" panose="020B0604020202020204"/>
            </a:endParaRPr>
          </a:p>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`prev` will be the updated value of number, i.e., the number you would get if all previous state updates were applied immediately.</a:t>
            </a:r>
            <a:endParaRPr lang="en-US" sz="2000" b="0" u="none" strike="noStrike">
              <a:solidFill>
                <a:srgbClr val="000000"/>
              </a:solidFill>
              <a:uFillTx/>
              <a:latin typeface="Arial" panose="020B0604020202020204"/>
            </a:endParaRPr>
          </a:p>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State updates are still being batched in callback approach.</a:t>
            </a:r>
            <a:endParaRPr lang="en-US" sz="2000" b="0" u="none" strike="noStrike">
              <a:solidFill>
                <a:srgbClr val="000000"/>
              </a:solidFill>
              <a:uFillTx/>
              <a:latin typeface="Arial" panose="020B0604020202020204"/>
            </a:endParaRPr>
          </a:p>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Callback approach is better for state updates in functional components.</a:t>
            </a:r>
            <a:endParaRPr lang="en-US" sz="2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PlaceHolder 1"/>
          <p:cNvSpPr>
            <a:spLocks noGrp="1"/>
          </p:cNvSpPr>
          <p:nvPr>
            <p:ph type="title"/>
          </p:nvPr>
        </p:nvSpPr>
        <p:spPr>
          <a:xfrm>
            <a:off x="758520" y="2514600"/>
            <a:ext cx="9071280" cy="946080"/>
          </a:xfrm>
          <a:prstGeom prst="rect">
            <a:avLst/>
          </a:prstGeom>
          <a:noFill/>
          <a:ln w="0">
            <a:noFill/>
          </a:ln>
        </p:spPr>
        <p:txBody>
          <a:bodyPr lIns="0" tIns="0" rIns="0" bIns="0" anchor="ctr">
            <a:noAutofit/>
          </a:bodyPr>
          <a:p>
            <a:pPr indent="0" algn="ctr">
              <a:buNone/>
            </a:pPr>
            <a:r>
              <a:rPr lang="en-US" sz="4400" b="0" u="none" strike="noStrike">
                <a:solidFill>
                  <a:srgbClr val="000000"/>
                </a:solidFill>
                <a:uFillTx/>
                <a:latin typeface="Arial" panose="020B0604020202020204"/>
              </a:rPr>
              <a:t>State Mutation in React</a:t>
            </a:r>
            <a:endParaRPr lang="en-US" sz="44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PlaceHolder 1"/>
          <p:cNvSpPr>
            <a:spLocks noGrp="1"/>
          </p:cNvSpPr>
          <p:nvPr>
            <p:ph type="title"/>
          </p:nvPr>
        </p:nvSpPr>
        <p:spPr>
          <a:xfrm>
            <a:off x="504000" y="226080"/>
            <a:ext cx="9071280" cy="946080"/>
          </a:xfrm>
          <a:prstGeom prst="rect">
            <a:avLst/>
          </a:prstGeom>
          <a:noFill/>
          <a:ln w="0">
            <a:noFill/>
          </a:ln>
        </p:spPr>
        <p:txBody>
          <a:bodyPr lIns="0" tIns="0" rIns="0" bIns="0" anchor="ctr">
            <a:noAutofit/>
          </a:bodyPr>
          <a:p>
            <a:pPr indent="0" algn="ctr">
              <a:buNone/>
            </a:pPr>
            <a:r>
              <a:rPr lang="en-US" sz="4400" b="0" u="none" strike="noStrike">
                <a:solidFill>
                  <a:srgbClr val="000000"/>
                </a:solidFill>
                <a:uFillTx/>
                <a:latin typeface="Arial" panose="020B0604020202020204"/>
              </a:rPr>
              <a:t>State Mutation</a:t>
            </a:r>
            <a:endParaRPr lang="en-US" sz="4400" b="0" u="none" strike="noStrike">
              <a:solidFill>
                <a:srgbClr val="000000"/>
              </a:solidFill>
              <a:uFillTx/>
              <a:latin typeface="Arial" panose="020B0604020202020204"/>
            </a:endParaRPr>
          </a:p>
        </p:txBody>
      </p:sp>
      <p:sp>
        <p:nvSpPr>
          <p:cNvPr id="38" name="PlaceHolder 2"/>
          <p:cNvSpPr>
            <a:spLocks noGrp="1"/>
          </p:cNvSpPr>
          <p:nvPr>
            <p:ph/>
          </p:nvPr>
        </p:nvSpPr>
        <p:spPr>
          <a:xfrm>
            <a:off x="504000" y="1326600"/>
            <a:ext cx="9071280" cy="3287880"/>
          </a:xfrm>
          <a:prstGeom prst="rect">
            <a:avLst/>
          </a:prstGeom>
          <a:noFill/>
          <a:ln w="0">
            <a:noFill/>
          </a:ln>
        </p:spPr>
        <p:txBody>
          <a:bodyPr lIns="0" tIns="0" rIns="0" bIns="0" anchor="t">
            <a:normAutofit/>
          </a:bodyPr>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Mutating the state, i.e., updating and returning the same state object is not allowed in React.</a:t>
            </a:r>
            <a:endParaRPr lang="en-US" sz="2000" b="0" u="none" strike="noStrike">
              <a:solidFill>
                <a:srgbClr val="000000"/>
              </a:solidFill>
              <a:uFillTx/>
              <a:latin typeface="Arial" panose="020B0604020202020204"/>
            </a:endParaRPr>
          </a:p>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If you need to update the state, you have to return a new state object inside the state update function.</a:t>
            </a:r>
            <a:endParaRPr lang="en-US" sz="2000" b="0" u="none" strike="noStrike">
              <a:solidFill>
                <a:srgbClr val="000000"/>
              </a:solidFill>
              <a:uFillTx/>
              <a:latin typeface="Arial" panose="020B0604020202020204"/>
            </a:endParaRPr>
          </a:p>
          <a:p>
            <a:pPr marL="431800" indent="-323850">
              <a:spcBef>
                <a:spcPts val="1190"/>
              </a:spcBef>
              <a:spcAft>
                <a:spcPts val="990"/>
              </a:spcAft>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React requires state updates to be immutable.</a:t>
            </a:r>
            <a:endParaRPr lang="en-US" sz="2000" b="0" u="none" strike="noStrike">
              <a:solidFill>
                <a:srgbClr val="000000"/>
              </a:solidFill>
              <a:uFillTx/>
              <a:latin typeface="Arial" panose="020B0604020202020204"/>
            </a:endParaRPr>
          </a:p>
          <a:p>
            <a:pPr marL="431800" indent="-323850">
              <a:spcBef>
                <a:spcPts val="1190"/>
              </a:spcBef>
              <a:spcAft>
                <a:spcPts val="990"/>
              </a:spcAft>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An immutable state update means creating a new copy of the state with the updated values instead of modifying the existing state directly. React relies on immutability to detect changes and trigger re-renders efficiently. </a:t>
            </a:r>
            <a:endParaRPr lang="en-US" sz="20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PlaceHolder 1"/>
          <p:cNvSpPr>
            <a:spLocks noGrp="1"/>
          </p:cNvSpPr>
          <p:nvPr>
            <p:ph/>
          </p:nvPr>
        </p:nvSpPr>
        <p:spPr>
          <a:xfrm>
            <a:off x="504000" y="1326600"/>
            <a:ext cx="9071280" cy="3287880"/>
          </a:xfrm>
          <a:prstGeom prst="rect">
            <a:avLst/>
          </a:prstGeom>
          <a:noFill/>
          <a:ln w="0">
            <a:noFill/>
          </a:ln>
        </p:spPr>
        <p:txBody>
          <a:bodyPr lIns="0" tIns="0" rIns="0" bIns="0" anchor="t">
            <a:normAutofit lnSpcReduction="9999"/>
          </a:bodyPr>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Suppose we have a state:</a:t>
            </a:r>
            <a:endParaRPr lang="en-US" sz="2000" b="0" u="none" strike="noStrike">
              <a:solidFill>
                <a:srgbClr val="000000"/>
              </a:solidFill>
              <a:uFillTx/>
              <a:latin typeface="Arial" panose="020B0604020202020204"/>
            </a:endParaRPr>
          </a:p>
          <a:p>
            <a:pPr marL="431800" indent="0">
              <a:spcBef>
                <a:spcPts val="1415"/>
              </a:spcBef>
              <a:buNone/>
            </a:pPr>
            <a:r>
              <a:rPr lang="en-US" sz="2000" b="0" u="none" strike="noStrike">
                <a:solidFill>
                  <a:srgbClr val="000000"/>
                </a:solidFill>
                <a:uFillTx/>
                <a:latin typeface="Arial" panose="020B0604020202020204"/>
              </a:rPr>
              <a:t>const [user, setUser] = useState({ name: "Alice", age: 25 });</a:t>
            </a:r>
            <a:endParaRPr lang="en-US" sz="2000" b="0" u="none" strike="noStrike">
              <a:solidFill>
                <a:srgbClr val="000000"/>
              </a:solidFill>
              <a:uFillTx/>
              <a:latin typeface="Arial" panose="020B0604020202020204"/>
            </a:endParaRPr>
          </a:p>
          <a:p>
            <a:pPr marL="431800" indent="0">
              <a:spcBef>
                <a:spcPts val="1415"/>
              </a:spcBef>
              <a:buNone/>
            </a:pPr>
            <a:r>
              <a:rPr lang="en-US" sz="2000" b="1" u="none" strike="noStrike">
                <a:solidFill>
                  <a:srgbClr val="000000"/>
                </a:solidFill>
                <a:uFillTx/>
                <a:latin typeface="Arial" panose="020B0604020202020204"/>
              </a:rPr>
              <a:t>Not Allowed:</a:t>
            </a:r>
            <a:endParaRPr lang="en-US" sz="2000" b="0" u="none" strike="noStrike">
              <a:solidFill>
                <a:srgbClr val="000000"/>
              </a:solidFill>
              <a:uFillTx/>
              <a:latin typeface="Arial" panose="020B0604020202020204"/>
            </a:endParaRPr>
          </a:p>
          <a:p>
            <a:pPr marL="431800" indent="0">
              <a:buNone/>
            </a:pPr>
            <a:r>
              <a:rPr lang="en-US" sz="2000" b="0" u="none" strike="noStrike">
                <a:solidFill>
                  <a:srgbClr val="000000"/>
                </a:solidFill>
                <a:uFillTx/>
                <a:latin typeface="Arial" panose="020B0604020202020204"/>
              </a:rPr>
              <a:t>user.age += 1; </a:t>
            </a:r>
            <a:endParaRPr lang="en-US" sz="2000" b="0" u="none" strike="noStrike">
              <a:solidFill>
                <a:srgbClr val="000000"/>
              </a:solidFill>
              <a:uFillTx/>
              <a:latin typeface="Arial" panose="020B0604020202020204"/>
              <a:ea typeface="Microsoft YaHei" panose="020B0503020204020204" charset="-122"/>
            </a:endParaRPr>
          </a:p>
          <a:p>
            <a:pPr marL="431800" indent="0">
              <a:buNone/>
            </a:pPr>
            <a:r>
              <a:rPr lang="en-US" sz="2000" b="0" u="none" strike="noStrike">
                <a:solidFill>
                  <a:srgbClr val="000000"/>
                </a:solidFill>
                <a:uFillTx/>
                <a:latin typeface="Arial" panose="020B0604020202020204"/>
                <a:ea typeface="Microsoft YaHei" panose="020B0503020204020204" charset="-122"/>
              </a:rPr>
              <a:t>setUser(user); //❌   mutating the existing state object and passing in the                                        update function.</a:t>
            </a:r>
            <a:endParaRPr lang="en-US" sz="2000" b="0" u="none" strike="noStrike">
              <a:solidFill>
                <a:srgbClr val="000000"/>
              </a:solidFill>
              <a:uFillTx/>
              <a:latin typeface="Arial" panose="020B0604020202020204"/>
              <a:ea typeface="Microsoft YaHei" panose="020B0503020204020204" charset="-122"/>
            </a:endParaRPr>
          </a:p>
          <a:p>
            <a:pPr indent="0">
              <a:buNone/>
            </a:pPr>
            <a:endParaRPr lang="en-US" sz="2000" b="0" u="none" strike="noStrike">
              <a:solidFill>
                <a:srgbClr val="000000"/>
              </a:solidFill>
              <a:uFillTx/>
              <a:latin typeface="Arial" panose="020B0604020202020204"/>
              <a:ea typeface="Microsoft YaHei" panose="020B0503020204020204" charset="-122"/>
            </a:endParaRPr>
          </a:p>
          <a:p>
            <a:pPr marL="360045" indent="0">
              <a:buNone/>
            </a:pPr>
            <a:r>
              <a:rPr lang="en-US" sz="2000" b="0" u="none" strike="noStrike">
                <a:solidFill>
                  <a:srgbClr val="000000"/>
                </a:solidFill>
                <a:uFillTx/>
                <a:latin typeface="Arial" panose="020B0604020202020204"/>
                <a:ea typeface="Microsoft YaHei" panose="020B0503020204020204" charset="-122"/>
              </a:rPr>
              <a:t>setUser(prev =&gt; { </a:t>
            </a:r>
            <a:endParaRPr lang="en-US" sz="2000" b="0" u="none" strike="noStrike">
              <a:solidFill>
                <a:srgbClr val="000000"/>
              </a:solidFill>
              <a:uFillTx/>
              <a:latin typeface="Arial" panose="020B0604020202020204"/>
              <a:ea typeface="Microsoft YaHei" panose="020B0503020204020204" charset="-122"/>
            </a:endParaRPr>
          </a:p>
          <a:p>
            <a:pPr marL="360045" indent="0">
              <a:buNone/>
            </a:pPr>
            <a:r>
              <a:rPr lang="en-US" sz="2000" b="0" u="none" strike="noStrike">
                <a:solidFill>
                  <a:srgbClr val="000000"/>
                </a:solidFill>
                <a:uFillTx/>
                <a:latin typeface="Arial" panose="020B0604020202020204"/>
                <a:ea typeface="Microsoft YaHei" panose="020B0503020204020204" charset="-122"/>
              </a:rPr>
              <a:t>  </a:t>
            </a:r>
            <a:r>
              <a:rPr lang="en-US" sz="2000" b="0" u="none" strike="noStrike">
                <a:solidFill>
                  <a:srgbClr val="000000"/>
                </a:solidFill>
                <a:uFillTx/>
                <a:latin typeface="Arial" panose="020B0604020202020204"/>
                <a:ea typeface="Microsoft YaHei" panose="020B0503020204020204" charset="-122"/>
              </a:rPr>
              <a:t>prev.a = 1; // ❌   Mutating the existing state object</a:t>
            </a:r>
            <a:endParaRPr lang="en-US" sz="2000" b="0" u="none" strike="noStrike">
              <a:solidFill>
                <a:srgbClr val="000000"/>
              </a:solidFill>
              <a:uFillTx/>
              <a:latin typeface="Arial" panose="020B0604020202020204"/>
              <a:ea typeface="Microsoft YaHei" panose="020B0503020204020204" charset="-122"/>
            </a:endParaRPr>
          </a:p>
          <a:p>
            <a:pPr marL="360045" indent="0">
              <a:buNone/>
            </a:pPr>
            <a:r>
              <a:rPr lang="en-US" sz="2000" b="0" u="none" strike="noStrike">
                <a:solidFill>
                  <a:srgbClr val="000000"/>
                </a:solidFill>
                <a:uFillTx/>
                <a:latin typeface="Arial" panose="020B0604020202020204"/>
                <a:ea typeface="Microsoft YaHei" panose="020B0503020204020204" charset="-122"/>
              </a:rPr>
              <a:t>  </a:t>
            </a:r>
            <a:r>
              <a:rPr lang="en-US" sz="2000" b="0" u="none" strike="noStrike">
                <a:solidFill>
                  <a:srgbClr val="000000"/>
                </a:solidFill>
                <a:uFillTx/>
                <a:latin typeface="Arial" panose="020B0604020202020204"/>
                <a:ea typeface="Microsoft YaHei" panose="020B0503020204020204" charset="-122"/>
              </a:rPr>
              <a:t>return prev; // ❌   Returning the same mutated object</a:t>
            </a:r>
            <a:endParaRPr lang="en-US" sz="2000" b="0" u="none" strike="noStrike">
              <a:solidFill>
                <a:srgbClr val="000000"/>
              </a:solidFill>
              <a:uFillTx/>
              <a:latin typeface="Arial" panose="020B0604020202020204"/>
              <a:ea typeface="Microsoft YaHei" panose="020B0503020204020204" charset="-122"/>
            </a:endParaRPr>
          </a:p>
          <a:p>
            <a:pPr marL="360045" indent="0">
              <a:buNone/>
            </a:pPr>
            <a:r>
              <a:rPr lang="en-US" sz="2000" b="0" u="none" strike="noStrike">
                <a:solidFill>
                  <a:srgbClr val="000000"/>
                </a:solidFill>
                <a:uFillTx/>
                <a:latin typeface="Arial" panose="020B0604020202020204"/>
                <a:ea typeface="Microsoft YaHei" panose="020B0503020204020204" charset="-122"/>
              </a:rPr>
              <a:t>});</a:t>
            </a:r>
            <a:endParaRPr lang="en-US" sz="2000" b="0" u="none" strike="noStrike">
              <a:solidFill>
                <a:srgbClr val="000000"/>
              </a:solidFill>
              <a:uFillTx/>
              <a:latin typeface="Arial" panose="020B0604020202020204"/>
              <a:ea typeface="Microsoft YaHei" panose="020B0503020204020204" charset="-122"/>
            </a:endParaRPr>
          </a:p>
          <a:p>
            <a:pPr indent="0">
              <a:buNone/>
            </a:pPr>
            <a:endParaRPr lang="en-US" sz="2000" b="0" u="none" strike="noStrike">
              <a:solidFill>
                <a:srgbClr val="000000"/>
              </a:solidFill>
              <a:uFillTx/>
              <a:latin typeface="Arial" panose="020B0604020202020204"/>
              <a:ea typeface="Microsoft YaHei" panose="020B0503020204020204" charset="-122"/>
            </a:endParaRPr>
          </a:p>
        </p:txBody>
      </p:sp>
      <p:sp>
        <p:nvSpPr>
          <p:cNvPr id="40" name="Text Box 39"/>
          <p:cNvSpPr txBox="1"/>
          <p:nvPr/>
        </p:nvSpPr>
        <p:spPr>
          <a:xfrm>
            <a:off x="504000" y="226080"/>
            <a:ext cx="9071280" cy="946080"/>
          </a:xfrm>
          <a:prstGeom prst="rect">
            <a:avLst/>
          </a:prstGeom>
          <a:noFill/>
          <a:ln w="0">
            <a:noFill/>
          </a:ln>
        </p:spPr>
        <p:txBody>
          <a:bodyPr lIns="0" tIns="0" rIns="0" bIns="0" anchor="ctr">
            <a:noAutofit/>
          </a:bodyPr>
          <a:p>
            <a:pPr algn="ctr"/>
            <a:r>
              <a:rPr lang="en-US" sz="4400" b="0" u="none" strike="noStrike">
                <a:solidFill>
                  <a:srgbClr val="000000"/>
                </a:solidFill>
                <a:uFillTx/>
                <a:latin typeface="Arial" panose="020B0604020202020204"/>
              </a:rPr>
              <a:t>State Mutation</a:t>
            </a:r>
            <a:endParaRPr lang="en-US" sz="44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PlaceHolder 1"/>
          <p:cNvSpPr>
            <a:spLocks noGrp="1"/>
          </p:cNvSpPr>
          <p:nvPr>
            <p:ph/>
          </p:nvPr>
        </p:nvSpPr>
        <p:spPr>
          <a:xfrm>
            <a:off x="504000" y="1326600"/>
            <a:ext cx="9071280" cy="3287880"/>
          </a:xfrm>
          <a:prstGeom prst="rect">
            <a:avLst/>
          </a:prstGeom>
          <a:noFill/>
          <a:ln w="0">
            <a:noFill/>
          </a:ln>
        </p:spPr>
        <p:txBody>
          <a:bodyPr lIns="0" tIns="0" rIns="0" bIns="0" anchor="t">
            <a:normAutofit/>
          </a:bodyPr>
          <a:p>
            <a:pPr marL="431800" indent="0">
              <a:spcBef>
                <a:spcPts val="1415"/>
              </a:spcBef>
              <a:buNone/>
            </a:pPr>
            <a:r>
              <a:rPr lang="en-US" sz="2000" b="1" u="none" strike="noStrike">
                <a:solidFill>
                  <a:srgbClr val="000000"/>
                </a:solidFill>
                <a:uFillTx/>
                <a:latin typeface="Arial" panose="020B0604020202020204"/>
              </a:rPr>
              <a:t>Correct Approach</a:t>
            </a:r>
            <a:endParaRPr lang="en-US" sz="2000" b="0" u="none" strike="noStrike">
              <a:solidFill>
                <a:srgbClr val="000000"/>
              </a:solidFill>
              <a:uFillTx/>
              <a:latin typeface="Arial" panose="020B0604020202020204"/>
            </a:endParaRPr>
          </a:p>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rPr>
              <a:t>Instead, create a new object, update and return it: </a:t>
            </a:r>
            <a:endParaRPr lang="en-US" sz="2000" b="0" u="none" strike="noStrike">
              <a:solidFill>
                <a:srgbClr val="000000"/>
              </a:solidFill>
              <a:uFillTx/>
              <a:latin typeface="Arial" panose="020B0604020202020204"/>
            </a:endParaRPr>
          </a:p>
          <a:p>
            <a:pPr marL="360045" indent="0">
              <a:buNone/>
            </a:pPr>
            <a:r>
              <a:rPr lang="en-US" sz="2000" b="0" u="none" strike="noStrike">
                <a:solidFill>
                  <a:srgbClr val="000000"/>
                </a:solidFill>
                <a:uFillTx/>
                <a:latin typeface="Arial" panose="020B0604020202020204"/>
                <a:ea typeface="Microsoft YaHei" panose="020B0503020204020204" charset="-122"/>
              </a:rPr>
              <a:t>setUser(prevUser =&gt; ({ ...prevUser, age: prevUser.age + 1 }));</a:t>
            </a:r>
            <a:endParaRPr lang="en-US" sz="2000" b="0" u="none" strike="noStrike">
              <a:solidFill>
                <a:srgbClr val="000000"/>
              </a:solidFill>
              <a:uFillTx/>
              <a:latin typeface="Arial" panose="020B0604020202020204"/>
            </a:endParaRPr>
          </a:p>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ea typeface="Microsoft YaHei" panose="020B0503020204020204" charset="-122"/>
              </a:rPr>
              <a:t>This spreads the previous state into a new object { ...prev }, ensuring immutability.</a:t>
            </a:r>
            <a:endParaRPr lang="en-US" sz="2000" b="0" u="none" strike="noStrike">
              <a:solidFill>
                <a:srgbClr val="000000"/>
              </a:solidFill>
              <a:uFillTx/>
              <a:latin typeface="Arial" panose="020B0604020202020204"/>
            </a:endParaRPr>
          </a:p>
          <a:p>
            <a:pPr marL="431800" indent="-323850">
              <a:spcBef>
                <a:spcPts val="1415"/>
              </a:spcBef>
              <a:buClr>
                <a:srgbClr val="000000"/>
              </a:buClr>
              <a:buSzPct val="45000"/>
              <a:buFont typeface="Wingdings" panose="05000000000000000000" pitchFamily="2" charset="2"/>
              <a:buChar char=""/>
            </a:pPr>
            <a:r>
              <a:rPr lang="en-US" sz="2000" b="0" u="none" strike="noStrike">
                <a:solidFill>
                  <a:srgbClr val="000000"/>
                </a:solidFill>
                <a:uFillTx/>
                <a:latin typeface="Arial" panose="020B0604020202020204"/>
                <a:ea typeface="Microsoft YaHei" panose="020B0503020204020204" charset="-122"/>
              </a:rPr>
              <a:t>React detects the change and re-renders the component.</a:t>
            </a:r>
            <a:endParaRPr lang="en-US" sz="2000" b="0" u="none" strike="noStrike">
              <a:solidFill>
                <a:srgbClr val="000000"/>
              </a:solidFill>
              <a:uFillTx/>
              <a:latin typeface="Arial" panose="020B0604020202020204"/>
            </a:endParaRPr>
          </a:p>
          <a:p>
            <a:pPr marL="360045" indent="0">
              <a:spcBef>
                <a:spcPts val="1190"/>
              </a:spcBef>
              <a:spcAft>
                <a:spcPts val="990"/>
              </a:spcAft>
              <a:buNone/>
            </a:pPr>
            <a:endParaRPr lang="en-US" sz="2000" b="0" u="none" strike="noStrike">
              <a:solidFill>
                <a:srgbClr val="000000"/>
              </a:solidFill>
              <a:uFillTx/>
              <a:latin typeface="Arial" panose="020B0604020202020204"/>
            </a:endParaRPr>
          </a:p>
        </p:txBody>
      </p:sp>
      <p:sp>
        <p:nvSpPr>
          <p:cNvPr id="42" name="Text Box 41"/>
          <p:cNvSpPr txBox="1"/>
          <p:nvPr/>
        </p:nvSpPr>
        <p:spPr>
          <a:xfrm>
            <a:off x="504000" y="226080"/>
            <a:ext cx="9071280" cy="946080"/>
          </a:xfrm>
          <a:prstGeom prst="rect">
            <a:avLst/>
          </a:prstGeom>
          <a:noFill/>
          <a:ln w="0">
            <a:noFill/>
          </a:ln>
        </p:spPr>
        <p:txBody>
          <a:bodyPr lIns="0" tIns="0" rIns="0" bIns="0" anchor="ctr">
            <a:noAutofit/>
          </a:bodyPr>
          <a:p>
            <a:pPr algn="ctr"/>
            <a:r>
              <a:rPr lang="en-US" sz="4400" b="0" u="none" strike="noStrike">
                <a:solidFill>
                  <a:srgbClr val="000000"/>
                </a:solidFill>
                <a:uFillTx/>
                <a:latin typeface="Arial" panose="020B0604020202020204"/>
              </a:rPr>
              <a:t>State Mutation</a:t>
            </a:r>
            <a:endParaRPr lang="en-US" sz="4400" b="0" u="none" strike="noStrike">
              <a:solidFill>
                <a:srgbClr val="000000"/>
              </a:solidFill>
              <a:uFillTx/>
              <a:latin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theme/theme1.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na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3435</Words>
  <Application>WPS Presentation</Application>
  <PresentationFormat/>
  <Paragraphs>98</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15</vt:i4>
      </vt:variant>
    </vt:vector>
  </HeadingPairs>
  <TitlesOfParts>
    <vt:vector size="28" baseType="lpstr">
      <vt:lpstr>Arial</vt:lpstr>
      <vt:lpstr>SimSun</vt:lpstr>
      <vt:lpstr>Wingdings</vt:lpstr>
      <vt:lpstr>Arial</vt:lpstr>
      <vt:lpstr>Times New Roman</vt:lpstr>
      <vt:lpstr>Symbol</vt:lpstr>
      <vt:lpstr>Microsoft YaHei</vt:lpstr>
      <vt:lpstr>Arial Unicode MS</vt:lpstr>
      <vt:lpstr>DejaVu Sans</vt:lpstr>
      <vt:lpstr>Calibri</vt:lpstr>
      <vt:lpstr>Cascadia Code</vt:lpstr>
      <vt:lpstr>Office</vt:lpstr>
      <vt:lpstr>Office</vt:lpstr>
      <vt:lpstr>PowerPoint 演示文稿</vt:lpstr>
      <vt:lpstr>PowerPoint 演示文稿</vt:lpstr>
      <vt:lpstr>Lifting State Up</vt:lpstr>
      <vt:lpstr>PowerPoint 演示文稿</vt:lpstr>
      <vt:lpstr>Prop Drilling</vt:lpstr>
      <vt:lpstr>PowerPoint 演示文稿</vt:lpstr>
      <vt:lpstr>PowerPoint 演示文稿</vt:lpstr>
      <vt:lpstr>Queueing a Series of State Updates </vt:lpstr>
      <vt:lpstr>PowerPoint 演示文稿</vt:lpstr>
      <vt:lpstr>State Update Batching</vt:lpstr>
      <vt:lpstr>State Update Batching</vt:lpstr>
      <vt:lpstr>State Mutation in React</vt:lpstr>
      <vt:lpstr>State Mutation</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dell</cp:lastModifiedBy>
  <cp:revision>57</cp:revision>
  <dcterms:created xsi:type="dcterms:W3CDTF">2025-03-12T19:01:00Z</dcterms:created>
  <dcterms:modified xsi:type="dcterms:W3CDTF">2025-12-24T15:37:47Z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2B8806800A2E49B2865383DCC7E4F549_12</vt:lpwstr>
  </property>
  <property fmtid="{D5CDD505-2E9C-101B-9397-08002B2CF9AE}" pid="3" name="KSOProductBuildVer">
    <vt:lpwstr>1033-12.2.0.23155</vt:lpwstr>
  </property>
</Properties>
</file>