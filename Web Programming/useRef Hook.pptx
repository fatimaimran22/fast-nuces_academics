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D667D4-E302-4050-9E1E-8E384ED54F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C13416-A786-46BD-A306-806675902D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665315-CDD3-4F1B-BB04-69141D7E61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B480B3-85F7-449A-BF89-4940DD8B217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A234E3-CE28-461A-A453-0863BD09D8C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UseRef Hook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Accessing a DOM Node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29560" y="12837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You can use useRef to get a reference to a DOM node — like a div, input, etc.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514240" y="1608840"/>
            <a:ext cx="5082120" cy="245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Where to Access DOM Node Using useRef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29560" y="12837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Access dom node using useRef Inside useEffect() — this ensures that the DOM is fully mounted before you try to access it.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Avoid accessing ref.current during render. This won’t work reliably because the DOM node isn’t attached yet (it will be attached after mounting has been completed):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A DOM node can also be accessed inside an event handler using useRef.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990720" y="2012040"/>
            <a:ext cx="5409720" cy="73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Where to Access DOM Node Using useRef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2837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By the time an event handler (like a button click) runs, the component has already been mounted, and the DOM is available. So ref.current will point to the DOM element.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2286000" y="1828800"/>
            <a:ext cx="5470560" cy="351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Persisting Values Across Re-renders Using useRef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61160"/>
            <a:ext cx="9071280" cy="62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The useRef hook can also be used to store a value that persists across re-renders.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However, updating the value of a ref does not trigger a component re-render, unlike updating state with useState.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1135440" y="2057400"/>
            <a:ext cx="7703640" cy="348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LibreOffice/24.8.5.2$Windows_X86_64 LibreOffice_project/fddf2685c70b461e7832239a0162a77216259f22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2025-04-06T14:35:18Z</dcterms:created>
  <dc:creator/>
  <dc:description/>
  <dc:language>en-US</dc:language>
  <cp:lastModifiedBy/>
  <dcterms:modified xsi:type="dcterms:W3CDTF">2025-04-06T14:59:45Z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