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s/comment1.xml" ContentType="application/vnd.openxmlformats-officedocument.presentationml.comment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3"/>
    <p:sldMasterId id="2147483652" r:id="rId4"/>
    <p:sldMasterId id="2147483655" r:id="rId5"/>
    <p:sldMasterId id="2147483657" r:id="rId6"/>
  </p:sldMasterIdLst>
  <p:notesMasterIdLst>
    <p:notesMasterId r:id="rId9"/>
  </p:notes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0080625" cy="5670550"/>
  <p:notesSz cx="7559675" cy="1069149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786" userDrawn="1">
          <p15:clr>
            <a:srgbClr val="A4A3A4"/>
          </p15:clr>
        </p15:guide>
        <p15:guide id="2" pos="317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8706" autoAdjust="0"/>
  </p:normalViewPr>
  <p:slideViewPr>
    <p:cSldViewPr snapToGrid="0" showGuides="1">
      <p:cViewPr varScale="1">
        <p:scale>
          <a:sx n="76" d="100"/>
          <a:sy n="76" d="100"/>
        </p:scale>
        <p:origin x="776" y="56"/>
      </p:cViewPr>
      <p:guideLst>
        <p:guide orient="horz" pos="1786"/>
        <p:guide pos="3175"/>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notesMaster" Target="notesMasters/notesMaster1.xml"/><Relationship Id="rId8" Type="http://schemas.openxmlformats.org/officeDocument/2006/relationships/slide" Target="slides/slide2.xml"/><Relationship Id="rId7" Type="http://schemas.openxmlformats.org/officeDocument/2006/relationships/slide" Target="slides/slide1.xml"/><Relationship Id="rId6" Type="http://schemas.openxmlformats.org/officeDocument/2006/relationships/slideMaster" Target="slideMasters/slideMaster5.xml"/><Relationship Id="rId5" Type="http://schemas.openxmlformats.org/officeDocument/2006/relationships/slideMaster" Target="slideMasters/slideMaster4.xml"/><Relationship Id="rId4" Type="http://schemas.openxmlformats.org/officeDocument/2006/relationships/slideMaster" Target="slideMasters/slideMaster3.xml"/><Relationship Id="rId3" Type="http://schemas.openxmlformats.org/officeDocument/2006/relationships/slideMaster" Target="slideMasters/slideMaster2.xml"/><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slide" Target="slides/slide15.xml"/><Relationship Id="rId21" Type="http://schemas.openxmlformats.org/officeDocument/2006/relationships/slide" Target="slides/slide14.xml"/><Relationship Id="rId20" Type="http://schemas.openxmlformats.org/officeDocument/2006/relationships/slide" Target="slides/slide13.xml"/><Relationship Id="rId2" Type="http://schemas.openxmlformats.org/officeDocument/2006/relationships/theme" Target="theme/theme1.xml"/><Relationship Id="rId19" Type="http://schemas.openxmlformats.org/officeDocument/2006/relationships/slide" Target="slides/slide12.xml"/><Relationship Id="rId18" Type="http://schemas.openxmlformats.org/officeDocument/2006/relationships/slide" Target="slides/slide11.xml"/><Relationship Id="rId17" Type="http://schemas.openxmlformats.org/officeDocument/2006/relationships/slide" Target="slides/slide10.xml"/><Relationship Id="rId16" Type="http://schemas.openxmlformats.org/officeDocument/2006/relationships/slide" Target="slides/slide9.xml"/><Relationship Id="rId15" Type="http://schemas.openxmlformats.org/officeDocument/2006/relationships/slide" Target="slides/slide8.xml"/><Relationship Id="rId14" Type="http://schemas.openxmlformats.org/officeDocument/2006/relationships/slide" Target="slides/slide7.xml"/><Relationship Id="rId13" Type="http://schemas.openxmlformats.org/officeDocument/2006/relationships/slide" Target="slides/slide6.xml"/><Relationship Id="rId12" Type="http://schemas.openxmlformats.org/officeDocument/2006/relationships/slide" Target="slides/slide5.xml"/><Relationship Id="rId11" Type="http://schemas.openxmlformats.org/officeDocument/2006/relationships/slide" Target="slides/slide4.xml"/><Relationship Id="rId10" Type="http://schemas.openxmlformats.org/officeDocument/2006/relationships/slide" Target="slides/slide3.xml"/><Relationship Id="rId1" Type="http://schemas.openxmlformats.org/officeDocument/2006/relationships/slideMaster" Target="slideMasters/slideMaster1.xml"/></Relationships>
</file>

<file path=ppt/comments/comment1.xml><?xml version="1.0" encoding="utf-8"?>
<p:cmLst xmlns:a="http://schemas.openxmlformats.org/drawingml/2006/main" xmlns:r="http://schemas.openxmlformats.org/officeDocument/2006/relationships" xmlns:p="http://schemas.openxmlformats.org/presentationml/2006/main">
  <p:cm authorId="0" dt="2025-03-07T15:43:50.000" idx="1">
    <p:pos x="0" y="0"/>
    <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4CD96C77-7458-401A-938B-98962C480887}" type="datetimeFigureOut">
              <a:rPr lang="en-US" smtClean="0"/>
            </a:fld>
            <a:endParaRPr lang="en-US"/>
          </a:p>
        </p:txBody>
      </p:sp>
      <p:sp>
        <p:nvSpPr>
          <p:cNvPr id="4" name="Slide Image Placeholder 3"/>
          <p:cNvSpPr>
            <a:spLocks noGrp="1" noRot="1" noChangeAspect="1"/>
          </p:cNvSpPr>
          <p:nvPr>
            <p:ph type="sldImg" idx="2"/>
          </p:nvPr>
        </p:nvSpPr>
        <p:spPr>
          <a:xfrm>
            <a:off x="573088" y="1336675"/>
            <a:ext cx="6413500" cy="36083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2B93BED5-5444-4752-98A8-7171D48A3EE7}"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a:t>
            </a:r>
            <a:endParaRPr lang="en-US"/>
          </a:p>
        </p:txBody>
      </p:sp>
      <p:sp>
        <p:nvSpPr>
          <p:cNvPr id="4" name="Slide Number Placeholder 3"/>
          <p:cNvSpPr>
            <a:spLocks noGrp="1"/>
          </p:cNvSpPr>
          <p:nvPr>
            <p:ph type="sldNum" sz="quarter" idx="10"/>
          </p:nvPr>
        </p:nvSpPr>
        <p:spPr/>
        <p:txBody>
          <a:bodyPr/>
          <a:lstStyle/>
          <a:p>
            <a:fld id="{2B93BED5-5444-4752-98A8-7171D48A3EE7}"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efault">
    <p:spTree>
      <p:nvGrpSpPr>
        <p:cNvPr id="1" name=""/>
        <p:cNvGrpSpPr/>
        <p:nvPr/>
      </p:nvGrpSpPr>
      <p:grpSpPr>
        <a:xfrm>
          <a:off x="0" y="0"/>
          <a:ext cx="0" cy="0"/>
          <a:chOff x="0" y="0"/>
          <a:chExt cx="0" cy="0"/>
        </a:xfrm>
      </p:grpSpPr>
      <p:sp>
        <p:nvSpPr>
          <p:cNvPr id="5" name="PlaceHolder 1"/>
          <p:cNvSpPr>
            <a:spLocks noGrp="1"/>
          </p:cNvSpPr>
          <p:nvPr>
            <p:ph type="title"/>
          </p:nvPr>
        </p:nvSpPr>
        <p:spPr>
          <a:xfrm>
            <a:off x="504000" y="226080"/>
            <a:ext cx="9070560" cy="94536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panose="020B0604020202020204"/>
            </a:endParaRPr>
          </a:p>
        </p:txBody>
      </p:sp>
      <p:sp>
        <p:nvSpPr>
          <p:cNvPr id="6" name="PlaceHolder 2"/>
          <p:cNvSpPr>
            <a:spLocks noGrp="1"/>
          </p:cNvSpPr>
          <p:nvPr>
            <p:ph type="subTitle"/>
          </p:nvPr>
        </p:nvSpPr>
        <p:spPr>
          <a:xfrm>
            <a:off x="504000" y="1326600"/>
            <a:ext cx="9070560" cy="3287160"/>
          </a:xfrm>
          <a:prstGeom prst="rect">
            <a:avLst/>
          </a:prstGeom>
          <a:noFill/>
          <a:ln w="0">
            <a:noFill/>
          </a:ln>
        </p:spPr>
        <p:txBody>
          <a:bodyPr lIns="0" tIns="0" rIns="0" bIns="0" anchor="ctr">
            <a:noAutofit/>
          </a:bodyPr>
          <a:lstStyle/>
          <a:p>
            <a:pPr indent="0" algn="ctr">
              <a:buNone/>
            </a:pPr>
            <a:endParaRPr lang="en-US" sz="3200" b="0" u="none" strike="noStrike">
              <a:solidFill>
                <a:srgbClr val="000000"/>
              </a:solidFill>
              <a:uFillTx/>
              <a:latin typeface="Arial" panose="020B0604020202020204"/>
            </a:endParaRPr>
          </a:p>
        </p:txBody>
      </p:sp>
      <p:sp>
        <p:nvSpPr>
          <p:cNvPr id="4" name="PlaceHolder 3"/>
          <p:cNvSpPr>
            <a:spLocks noGrp="1"/>
          </p:cNvSpPr>
          <p:nvPr>
            <p:ph type="ftr" idx="1"/>
          </p:nvPr>
        </p:nvSpPr>
        <p:spPr/>
        <p:txBody>
          <a:bodyPr/>
          <a:lstStyle/>
          <a:p>
            <a:r>
              <a:t>Footer</a:t>
            </a:r>
          </a:p>
        </p:txBody>
      </p:sp>
      <p:sp>
        <p:nvSpPr>
          <p:cNvPr id="2" name="PlaceHolder 4"/>
          <p:cNvSpPr>
            <a:spLocks noGrp="1"/>
          </p:cNvSpPr>
          <p:nvPr>
            <p:ph type="sldNum" idx="2"/>
          </p:nvPr>
        </p:nvSpPr>
        <p:spPr/>
        <p:txBody>
          <a:bodyPr/>
          <a:lstStyle/>
          <a:p>
            <a:fld id="{87B7795A-A4B9-498B-94AF-22C04287D094}" type="slidenum">
              <a:rPr/>
            </a:fld>
            <a:endParaRPr/>
          </a:p>
        </p:txBody>
      </p:sp>
      <p:sp>
        <p:nvSpPr>
          <p:cNvPr id="3" name="PlaceHolder 5"/>
          <p:cNvSpPr>
            <a:spLocks noGrp="1"/>
          </p:cNvSpPr>
          <p:nvPr>
            <p:ph type="dt" idx="3"/>
          </p:nvPr>
        </p:nvSpPr>
        <p:spPr/>
        <p:txBody>
          <a:body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Default 1">
    <p:spTree>
      <p:nvGrpSpPr>
        <p:cNvPr id="1" name=""/>
        <p:cNvGrpSpPr/>
        <p:nvPr/>
      </p:nvGrpSpPr>
      <p:grpSpPr>
        <a:xfrm>
          <a:off x="0" y="0"/>
          <a:ext cx="0" cy="0"/>
          <a:chOff x="0" y="0"/>
          <a:chExt cx="0" cy="0"/>
        </a:xfrm>
      </p:grpSpPr>
      <p:sp>
        <p:nvSpPr>
          <p:cNvPr id="12" name="PlaceHolder 1"/>
          <p:cNvSpPr>
            <a:spLocks noGrp="1"/>
          </p:cNvSpPr>
          <p:nvPr>
            <p:ph type="title"/>
          </p:nvPr>
        </p:nvSpPr>
        <p:spPr>
          <a:xfrm>
            <a:off x="504000" y="226080"/>
            <a:ext cx="9070560" cy="94536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panose="020B0604020202020204"/>
            </a:endParaRPr>
          </a:p>
        </p:txBody>
      </p:sp>
      <p:sp>
        <p:nvSpPr>
          <p:cNvPr id="13" name="PlaceHolder 2"/>
          <p:cNvSpPr>
            <a:spLocks noGrp="1"/>
          </p:cNvSpPr>
          <p:nvPr>
            <p:ph/>
          </p:nvPr>
        </p:nvSpPr>
        <p:spPr>
          <a:xfrm>
            <a:off x="504000" y="1326600"/>
            <a:ext cx="9070560" cy="328716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20204"/>
            </a:endParaRPr>
          </a:p>
        </p:txBody>
      </p:sp>
      <p:sp>
        <p:nvSpPr>
          <p:cNvPr id="4" name="PlaceHolder 3"/>
          <p:cNvSpPr>
            <a:spLocks noGrp="1"/>
          </p:cNvSpPr>
          <p:nvPr>
            <p:ph type="ftr" idx="4"/>
          </p:nvPr>
        </p:nvSpPr>
        <p:spPr/>
        <p:txBody>
          <a:bodyPr/>
          <a:lstStyle/>
          <a:p>
            <a:r>
              <a:t>Footer</a:t>
            </a:r>
          </a:p>
        </p:txBody>
      </p:sp>
      <p:sp>
        <p:nvSpPr>
          <p:cNvPr id="5" name="PlaceHolder 4"/>
          <p:cNvSpPr>
            <a:spLocks noGrp="1"/>
          </p:cNvSpPr>
          <p:nvPr>
            <p:ph type="sldNum" idx="5"/>
          </p:nvPr>
        </p:nvSpPr>
        <p:spPr/>
        <p:txBody>
          <a:bodyPr/>
          <a:lstStyle/>
          <a:p>
            <a:fld id="{AFBDD66B-C64A-426B-B881-53D8CE4945AB}" type="slidenum">
              <a:rPr/>
            </a:fld>
            <a:endParaRPr/>
          </a:p>
        </p:txBody>
      </p:sp>
      <p:sp>
        <p:nvSpPr>
          <p:cNvPr id="6" name="PlaceHolder 5"/>
          <p:cNvSpPr>
            <a:spLocks noGrp="1"/>
          </p:cNvSpPr>
          <p:nvPr>
            <p:ph type="dt" idx="6"/>
          </p:nvPr>
        </p:nvSpPr>
        <p:spPr/>
        <p:txBody>
          <a:body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preserve="1">
  <p:cSld name="Default 2">
    <p:spTree>
      <p:nvGrpSpPr>
        <p:cNvPr id="1" name=""/>
        <p:cNvGrpSpPr/>
        <p:nvPr/>
      </p:nvGrpSpPr>
      <p:grpSpPr>
        <a:xfrm>
          <a:off x="0" y="0"/>
          <a:ext cx="0" cy="0"/>
          <a:chOff x="0" y="0"/>
          <a:chExt cx="0" cy="0"/>
        </a:xfrm>
      </p:grpSpPr>
      <p:sp>
        <p:nvSpPr>
          <p:cNvPr id="19" name="PlaceHolder 1"/>
          <p:cNvSpPr>
            <a:spLocks noGrp="1"/>
          </p:cNvSpPr>
          <p:nvPr>
            <p:ph type="title"/>
          </p:nvPr>
        </p:nvSpPr>
        <p:spPr>
          <a:xfrm>
            <a:off x="504000" y="226080"/>
            <a:ext cx="9070560" cy="94536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panose="020B0604020202020204"/>
            </a:endParaRPr>
          </a:p>
        </p:txBody>
      </p:sp>
      <p:sp>
        <p:nvSpPr>
          <p:cNvPr id="20" name="PlaceHolder 2"/>
          <p:cNvSpPr>
            <a:spLocks noGrp="1"/>
          </p:cNvSpPr>
          <p:nvPr>
            <p:ph/>
          </p:nvPr>
        </p:nvSpPr>
        <p:spPr>
          <a:xfrm>
            <a:off x="504000" y="1326600"/>
            <a:ext cx="9070560" cy="3287160"/>
          </a:xfrm>
          <a:prstGeom prst="rect">
            <a:avLst/>
          </a:prstGeom>
          <a:noFill/>
          <a:ln w="0">
            <a:noFill/>
          </a:ln>
        </p:spPr>
        <p:txBody>
          <a:bodyPr lIns="0" tIns="0" rIns="0" bIns="0" anchor="t">
            <a:normAutofit/>
          </a:bodyPr>
          <a:lstStyle/>
          <a:p>
            <a:pPr indent="0">
              <a:spcBef>
                <a:spcPts val="1415"/>
              </a:spcBef>
              <a:buNone/>
            </a:pPr>
            <a:endParaRPr lang="en-US" sz="3200" b="0" u="none" strike="noStrike">
              <a:solidFill>
                <a:srgbClr val="000000"/>
              </a:solidFill>
              <a:uFillTx/>
              <a:latin typeface="Arial" panose="020B0604020202020204"/>
            </a:endParaRPr>
          </a:p>
        </p:txBody>
      </p:sp>
      <p:sp>
        <p:nvSpPr>
          <p:cNvPr id="4" name="PlaceHolder 3"/>
          <p:cNvSpPr>
            <a:spLocks noGrp="1"/>
          </p:cNvSpPr>
          <p:nvPr>
            <p:ph type="ftr" idx="7"/>
          </p:nvPr>
        </p:nvSpPr>
        <p:spPr/>
        <p:txBody>
          <a:bodyPr/>
          <a:lstStyle/>
          <a:p>
            <a:r>
              <a:t>Footer</a:t>
            </a:r>
          </a:p>
        </p:txBody>
      </p:sp>
      <p:sp>
        <p:nvSpPr>
          <p:cNvPr id="5" name="PlaceHolder 4"/>
          <p:cNvSpPr>
            <a:spLocks noGrp="1"/>
          </p:cNvSpPr>
          <p:nvPr>
            <p:ph type="sldNum" idx="8"/>
          </p:nvPr>
        </p:nvSpPr>
        <p:spPr/>
        <p:txBody>
          <a:bodyPr/>
          <a:lstStyle/>
          <a:p>
            <a:fld id="{9752768C-B210-4BF1-969A-810BB4917962}" type="slidenum">
              <a:rPr/>
            </a:fld>
            <a:endParaRPr/>
          </a:p>
        </p:txBody>
      </p:sp>
      <p:sp>
        <p:nvSpPr>
          <p:cNvPr id="6" name="PlaceHolder 5"/>
          <p:cNvSpPr>
            <a:spLocks noGrp="1"/>
          </p:cNvSpPr>
          <p:nvPr>
            <p:ph type="dt" idx="9"/>
          </p:nvPr>
        </p:nvSpPr>
        <p:spPr/>
        <p:txBody>
          <a:body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Default 2">
    <p:spTree>
      <p:nvGrpSpPr>
        <p:cNvPr id="1" name=""/>
        <p:cNvGrpSpPr/>
        <p:nvPr/>
      </p:nvGrpSpPr>
      <p:grpSpPr>
        <a:xfrm>
          <a:off x="0" y="0"/>
          <a:ext cx="0" cy="0"/>
          <a:chOff x="0" y="0"/>
          <a:chExt cx="0" cy="0"/>
        </a:xfrm>
      </p:grpSpPr>
      <p:sp>
        <p:nvSpPr>
          <p:cNvPr id="21" name="PlaceHolder 1"/>
          <p:cNvSpPr>
            <a:spLocks noGrp="1"/>
          </p:cNvSpPr>
          <p:nvPr>
            <p:ph type="title"/>
          </p:nvPr>
        </p:nvSpPr>
        <p:spPr>
          <a:xfrm>
            <a:off x="504000" y="226080"/>
            <a:ext cx="9070560" cy="94536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panose="020B0604020202020204"/>
            </a:endParaRPr>
          </a:p>
        </p:txBody>
      </p:sp>
      <p:sp>
        <p:nvSpPr>
          <p:cNvPr id="22" name="PlaceHolder 2"/>
          <p:cNvSpPr>
            <a:spLocks noGrp="1"/>
          </p:cNvSpPr>
          <p:nvPr>
            <p:ph type="subTitle"/>
          </p:nvPr>
        </p:nvSpPr>
        <p:spPr>
          <a:xfrm>
            <a:off x="504000" y="1326600"/>
            <a:ext cx="9070560" cy="3287160"/>
          </a:xfrm>
          <a:prstGeom prst="rect">
            <a:avLst/>
          </a:prstGeom>
          <a:noFill/>
          <a:ln w="0">
            <a:noFill/>
          </a:ln>
        </p:spPr>
        <p:txBody>
          <a:bodyPr lIns="0" tIns="0" rIns="0" bIns="0" anchor="ctr">
            <a:noAutofit/>
          </a:bodyPr>
          <a:lstStyle/>
          <a:p>
            <a:pPr indent="0" algn="ctr">
              <a:buNone/>
            </a:pPr>
            <a:endParaRPr lang="en-US" sz="3200" b="0" u="none" strike="noStrike">
              <a:solidFill>
                <a:srgbClr val="000000"/>
              </a:solidFill>
              <a:uFillTx/>
              <a:latin typeface="Arial" panose="020B0604020202020204"/>
            </a:endParaRPr>
          </a:p>
        </p:txBody>
      </p:sp>
      <p:sp>
        <p:nvSpPr>
          <p:cNvPr id="4" name="PlaceHolder 3"/>
          <p:cNvSpPr>
            <a:spLocks noGrp="1"/>
          </p:cNvSpPr>
          <p:nvPr>
            <p:ph type="ftr" idx="7"/>
          </p:nvPr>
        </p:nvSpPr>
        <p:spPr/>
        <p:txBody>
          <a:bodyPr/>
          <a:lstStyle/>
          <a:p>
            <a:r>
              <a:t>Footer</a:t>
            </a:r>
          </a:p>
        </p:txBody>
      </p:sp>
      <p:sp>
        <p:nvSpPr>
          <p:cNvPr id="5" name="PlaceHolder 4"/>
          <p:cNvSpPr>
            <a:spLocks noGrp="1"/>
          </p:cNvSpPr>
          <p:nvPr>
            <p:ph type="sldNum" idx="8"/>
          </p:nvPr>
        </p:nvSpPr>
        <p:spPr/>
        <p:txBody>
          <a:bodyPr/>
          <a:lstStyle/>
          <a:p>
            <a:fld id="{4F9B9CA7-C493-4379-9B74-4C3CDC7C39F8}" type="slidenum">
              <a:rPr/>
            </a:fld>
            <a:endParaRPr/>
          </a:p>
        </p:txBody>
      </p:sp>
      <p:sp>
        <p:nvSpPr>
          <p:cNvPr id="6" name="PlaceHolder 5"/>
          <p:cNvSpPr>
            <a:spLocks noGrp="1"/>
          </p:cNvSpPr>
          <p:nvPr>
            <p:ph type="dt" idx="9"/>
          </p:nvPr>
        </p:nvSpPr>
        <p:spPr/>
        <p:txBody>
          <a:body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Default 3">
    <p:spTree>
      <p:nvGrpSpPr>
        <p:cNvPr id="1" name=""/>
        <p:cNvGrpSpPr/>
        <p:nvPr/>
      </p:nvGrpSpPr>
      <p:grpSpPr>
        <a:xfrm>
          <a:off x="0" y="0"/>
          <a:ext cx="0" cy="0"/>
          <a:chOff x="0" y="0"/>
          <a:chExt cx="0" cy="0"/>
        </a:xfrm>
      </p:grpSpPr>
      <p:sp>
        <p:nvSpPr>
          <p:cNvPr id="27" name="PlaceHolder 1"/>
          <p:cNvSpPr>
            <a:spLocks noGrp="1"/>
          </p:cNvSpPr>
          <p:nvPr>
            <p:ph type="title"/>
          </p:nvPr>
        </p:nvSpPr>
        <p:spPr>
          <a:xfrm>
            <a:off x="504000" y="226080"/>
            <a:ext cx="9070560" cy="94536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panose="020B0604020202020204"/>
            </a:endParaRPr>
          </a:p>
        </p:txBody>
      </p:sp>
      <p:sp>
        <p:nvSpPr>
          <p:cNvPr id="28" name="PlaceHolder 2"/>
          <p:cNvSpPr>
            <a:spLocks noGrp="1"/>
          </p:cNvSpPr>
          <p:nvPr>
            <p:ph type="subTitle"/>
          </p:nvPr>
        </p:nvSpPr>
        <p:spPr>
          <a:xfrm>
            <a:off x="504000" y="1326600"/>
            <a:ext cx="9070560" cy="3287160"/>
          </a:xfrm>
          <a:prstGeom prst="rect">
            <a:avLst/>
          </a:prstGeom>
          <a:noFill/>
          <a:ln w="0">
            <a:noFill/>
          </a:ln>
        </p:spPr>
        <p:txBody>
          <a:bodyPr lIns="0" tIns="0" rIns="0" bIns="0" anchor="ctr">
            <a:noAutofit/>
          </a:bodyPr>
          <a:lstStyle/>
          <a:p>
            <a:pPr indent="0" algn="ctr">
              <a:buNone/>
            </a:pPr>
            <a:endParaRPr lang="en-US" sz="3200" b="0" u="none" strike="noStrike">
              <a:solidFill>
                <a:srgbClr val="000000"/>
              </a:solidFill>
              <a:uFillTx/>
              <a:latin typeface="Arial" panose="020B0604020202020204"/>
            </a:endParaRPr>
          </a:p>
        </p:txBody>
      </p:sp>
      <p:sp>
        <p:nvSpPr>
          <p:cNvPr id="4" name="PlaceHolder 3"/>
          <p:cNvSpPr>
            <a:spLocks noGrp="1"/>
          </p:cNvSpPr>
          <p:nvPr>
            <p:ph type="ftr" idx="10"/>
          </p:nvPr>
        </p:nvSpPr>
        <p:spPr/>
        <p:txBody>
          <a:bodyPr/>
          <a:lstStyle/>
          <a:p>
            <a:r>
              <a:t>Footer</a:t>
            </a:r>
          </a:p>
        </p:txBody>
      </p:sp>
      <p:sp>
        <p:nvSpPr>
          <p:cNvPr id="5" name="PlaceHolder 4"/>
          <p:cNvSpPr>
            <a:spLocks noGrp="1"/>
          </p:cNvSpPr>
          <p:nvPr>
            <p:ph type="sldNum" idx="11"/>
          </p:nvPr>
        </p:nvSpPr>
        <p:spPr/>
        <p:txBody>
          <a:bodyPr/>
          <a:lstStyle/>
          <a:p>
            <a:fld id="{D5DD21BF-F2DD-4421-BC6D-E7EA9D7A055A}" type="slidenum">
              <a:rPr/>
            </a:fld>
            <a:endParaRPr/>
          </a:p>
        </p:txBody>
      </p:sp>
      <p:sp>
        <p:nvSpPr>
          <p:cNvPr id="6" name="PlaceHolder 5"/>
          <p:cNvSpPr>
            <a:spLocks noGrp="1"/>
          </p:cNvSpPr>
          <p:nvPr>
            <p:ph type="dt" idx="12"/>
          </p:nvPr>
        </p:nvSpPr>
        <p:spPr/>
        <p:txBody>
          <a:body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Default 4">
    <p:spTree>
      <p:nvGrpSpPr>
        <p:cNvPr id="1" name=""/>
        <p:cNvGrpSpPr/>
        <p:nvPr/>
      </p:nvGrpSpPr>
      <p:grpSpPr>
        <a:xfrm>
          <a:off x="0" y="0"/>
          <a:ext cx="0" cy="0"/>
          <a:chOff x="0" y="0"/>
          <a:chExt cx="0" cy="0"/>
        </a:xfrm>
      </p:grpSpPr>
      <p:sp>
        <p:nvSpPr>
          <p:cNvPr id="33" name="PlaceHolder 1"/>
          <p:cNvSpPr>
            <a:spLocks noGrp="1"/>
          </p:cNvSpPr>
          <p:nvPr>
            <p:ph type="title"/>
          </p:nvPr>
        </p:nvSpPr>
        <p:spPr>
          <a:xfrm>
            <a:off x="504000" y="226080"/>
            <a:ext cx="9070560" cy="94536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panose="020B0604020202020204"/>
            </a:endParaRPr>
          </a:p>
        </p:txBody>
      </p:sp>
      <p:sp>
        <p:nvSpPr>
          <p:cNvPr id="34" name="PlaceHolder 2"/>
          <p:cNvSpPr>
            <a:spLocks noGrp="1"/>
          </p:cNvSpPr>
          <p:nvPr>
            <p:ph type="subTitle"/>
          </p:nvPr>
        </p:nvSpPr>
        <p:spPr>
          <a:xfrm>
            <a:off x="504000" y="1326600"/>
            <a:ext cx="9070560" cy="3287160"/>
          </a:xfrm>
          <a:prstGeom prst="rect">
            <a:avLst/>
          </a:prstGeom>
          <a:noFill/>
          <a:ln w="0">
            <a:noFill/>
          </a:ln>
        </p:spPr>
        <p:txBody>
          <a:bodyPr lIns="0" tIns="0" rIns="0" bIns="0" anchor="ctr">
            <a:noAutofit/>
          </a:bodyPr>
          <a:lstStyle/>
          <a:p>
            <a:pPr indent="0" algn="ctr">
              <a:buNone/>
            </a:pPr>
            <a:endParaRPr lang="en-US" sz="3200" b="0" u="none" strike="noStrike">
              <a:solidFill>
                <a:srgbClr val="000000"/>
              </a:solidFill>
              <a:uFillTx/>
              <a:latin typeface="Arial" panose="020B0604020202020204"/>
            </a:endParaRPr>
          </a:p>
        </p:txBody>
      </p:sp>
      <p:sp>
        <p:nvSpPr>
          <p:cNvPr id="4" name="PlaceHolder 3"/>
          <p:cNvSpPr>
            <a:spLocks noGrp="1"/>
          </p:cNvSpPr>
          <p:nvPr>
            <p:ph type="ftr" idx="13"/>
          </p:nvPr>
        </p:nvSpPr>
        <p:spPr/>
        <p:txBody>
          <a:bodyPr/>
          <a:lstStyle/>
          <a:p>
            <a:r>
              <a:t>Footer</a:t>
            </a:r>
          </a:p>
        </p:txBody>
      </p:sp>
      <p:sp>
        <p:nvSpPr>
          <p:cNvPr id="5" name="PlaceHolder 4"/>
          <p:cNvSpPr>
            <a:spLocks noGrp="1"/>
          </p:cNvSpPr>
          <p:nvPr>
            <p:ph type="sldNum" idx="14"/>
          </p:nvPr>
        </p:nvSpPr>
        <p:spPr/>
        <p:txBody>
          <a:bodyPr/>
          <a:lstStyle/>
          <a:p>
            <a:fld id="{1AEEC239-9AF6-4EAB-BD78-C34C70F3CDA4}" type="slidenum">
              <a:rPr/>
            </a:fld>
            <a:endParaRPr/>
          </a:p>
        </p:txBody>
      </p:sp>
      <p:sp>
        <p:nvSpPr>
          <p:cNvPr id="6" name="PlaceHolder 5"/>
          <p:cNvSpPr>
            <a:spLocks noGrp="1"/>
          </p:cNvSpPr>
          <p:nvPr>
            <p:ph type="dt" idx="15"/>
          </p:nvPr>
        </p:nvSpPr>
        <p:spPr/>
        <p:txBody>
          <a:bodyPr/>
          <a:lstStyle/>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4.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5.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PlaceHolder 1"/>
          <p:cNvSpPr>
            <a:spLocks noGrp="1"/>
          </p:cNvSpPr>
          <p:nvPr>
            <p:ph type="title"/>
          </p:nvPr>
        </p:nvSpPr>
        <p:spPr>
          <a:xfrm>
            <a:off x="504000" y="226080"/>
            <a:ext cx="9070560" cy="945360"/>
          </a:xfrm>
          <a:prstGeom prst="rect">
            <a:avLst/>
          </a:prstGeom>
          <a:noFill/>
          <a:ln w="0">
            <a:noFill/>
          </a:ln>
        </p:spPr>
        <p:txBody>
          <a:bodyPr lIns="0" tIns="0" rIns="0" bIns="0" anchor="ctr">
            <a:noAutofit/>
          </a:bodyPr>
          <a:lstStyle/>
          <a:p>
            <a:pPr indent="0">
              <a:buNone/>
            </a:pPr>
            <a:r>
              <a:rPr lang="en-US" sz="1800" b="0" u="none" strike="noStrike">
                <a:solidFill>
                  <a:srgbClr val="000000"/>
                </a:solidFill>
                <a:uFillTx/>
                <a:latin typeface="Arial" panose="020B0604020202020204"/>
              </a:rPr>
              <a:t>Click to edit the title text format</a:t>
            </a:r>
            <a:endParaRPr lang="en-US" sz="1800" b="0" u="none" strike="noStrike">
              <a:solidFill>
                <a:srgbClr val="000000"/>
              </a:solidFill>
              <a:uFillTx/>
              <a:latin typeface="Arial" panose="020B0604020202020204"/>
            </a:endParaRPr>
          </a:p>
        </p:txBody>
      </p:sp>
      <p:sp>
        <p:nvSpPr>
          <p:cNvPr id="6" name="PlaceHolder 2"/>
          <p:cNvSpPr>
            <a:spLocks noGrp="1"/>
          </p:cNvSpPr>
          <p:nvPr>
            <p:ph type="ftr" idx="1"/>
          </p:nvPr>
        </p:nvSpPr>
        <p:spPr>
          <a:xfrm>
            <a:off x="3447360" y="5165280"/>
            <a:ext cx="3193920" cy="389520"/>
          </a:xfrm>
          <a:prstGeom prst="rect">
            <a:avLst/>
          </a:prstGeom>
          <a:noFill/>
          <a:ln w="0">
            <a:noFill/>
          </a:ln>
        </p:spPr>
        <p:txBody>
          <a:bodyPr lIns="0" tIns="0" rIns="0" bIns="0" anchor="t">
            <a:noAutofit/>
          </a:bodyPr>
          <a:lstStyle>
            <a:lvl1pPr indent="0" algn="ctr">
              <a:lnSpc>
                <a:spcPct val="100000"/>
              </a:lnSpc>
              <a:buNone/>
              <a:tabLst>
                <a:tab pos="0" algn="l"/>
              </a:tabLst>
              <a:defRPr lang="en-US" sz="1400" b="0" u="none" strike="noStrike">
                <a:solidFill>
                  <a:srgbClr val="000000"/>
                </a:solidFill>
                <a:uFillTx/>
                <a:latin typeface="Times New Roman" panose="02020603050405020304"/>
              </a:defRPr>
            </a:lvl1pPr>
          </a:lstStyle>
          <a:p>
            <a:pPr indent="0" algn="ctr">
              <a:lnSpc>
                <a:spcPct val="100000"/>
              </a:lnSpc>
              <a:buNone/>
              <a:tabLst>
                <a:tab pos="0" algn="l"/>
              </a:tabLst>
            </a:pPr>
            <a:r>
              <a:rPr lang="en-US" sz="1400" b="0" u="none" strike="noStrike">
                <a:solidFill>
                  <a:srgbClr val="000000"/>
                </a:solidFill>
                <a:uFillTx/>
                <a:latin typeface="Times New Roman" panose="02020603050405020304"/>
              </a:rPr>
              <a:t>&lt;footer&gt;</a:t>
            </a:r>
            <a:endParaRPr lang="en-US" sz="1400" b="0" u="none" strike="noStrike">
              <a:solidFill>
                <a:srgbClr val="000000"/>
              </a:solidFill>
              <a:uFillTx/>
              <a:latin typeface="Times New Roman" panose="02020603050405020304"/>
            </a:endParaRPr>
          </a:p>
        </p:txBody>
      </p:sp>
      <p:sp>
        <p:nvSpPr>
          <p:cNvPr id="2" name="PlaceHolder 3"/>
          <p:cNvSpPr>
            <a:spLocks noGrp="1"/>
          </p:cNvSpPr>
          <p:nvPr>
            <p:ph type="sldNum" idx="2"/>
          </p:nvPr>
        </p:nvSpPr>
        <p:spPr>
          <a:xfrm>
            <a:off x="7227360" y="5165280"/>
            <a:ext cx="2347200" cy="389520"/>
          </a:xfrm>
          <a:prstGeom prst="rect">
            <a:avLst/>
          </a:prstGeom>
          <a:noFill/>
          <a:ln w="0">
            <a:noFill/>
          </a:ln>
        </p:spPr>
        <p:txBody>
          <a:bodyPr lIns="0" tIns="0" rIns="0" bIns="0" anchor="t">
            <a:noAutofit/>
          </a:bodyPr>
          <a:lstStyle>
            <a:lvl1pPr indent="0" algn="r">
              <a:lnSpc>
                <a:spcPct val="100000"/>
              </a:lnSpc>
              <a:buNone/>
              <a:tabLst>
                <a:tab pos="0" algn="l"/>
              </a:tabLst>
              <a:defRPr lang="en-US" sz="1400" b="0" u="none" strike="noStrike">
                <a:solidFill>
                  <a:srgbClr val="000000"/>
                </a:solidFill>
                <a:uFillTx/>
                <a:latin typeface="Times New Roman" panose="02020603050405020304"/>
              </a:defRPr>
            </a:lvl1pPr>
          </a:lstStyle>
          <a:p>
            <a:pPr indent="0" algn="r">
              <a:lnSpc>
                <a:spcPct val="100000"/>
              </a:lnSpc>
              <a:buNone/>
              <a:tabLst>
                <a:tab pos="0" algn="l"/>
              </a:tabLst>
            </a:pPr>
            <a:fld id="{1DD443CD-0B68-4263-9969-1EBDDD7E063C}" type="slidenum">
              <a:rPr lang="en-US" sz="1400" b="0" u="none" strike="noStrike">
                <a:solidFill>
                  <a:srgbClr val="000000"/>
                </a:solidFill>
                <a:uFillTx/>
                <a:latin typeface="Times New Roman" panose="02020603050405020304"/>
              </a:rPr>
            </a:fld>
            <a:endParaRPr lang="en-US" sz="1400" b="0" u="none" strike="noStrike">
              <a:solidFill>
                <a:srgbClr val="000000"/>
              </a:solidFill>
              <a:uFillTx/>
              <a:latin typeface="Times New Roman" panose="02020603050405020304"/>
            </a:endParaRPr>
          </a:p>
        </p:txBody>
      </p:sp>
      <p:sp>
        <p:nvSpPr>
          <p:cNvPr id="3" name="PlaceHolder 4"/>
          <p:cNvSpPr>
            <a:spLocks noGrp="1"/>
          </p:cNvSpPr>
          <p:nvPr>
            <p:ph type="dt" idx="3"/>
          </p:nvPr>
        </p:nvSpPr>
        <p:spPr>
          <a:xfrm>
            <a:off x="504000" y="5165280"/>
            <a:ext cx="2347200" cy="389520"/>
          </a:xfrm>
          <a:prstGeom prst="rect">
            <a:avLst/>
          </a:prstGeom>
          <a:noFill/>
          <a:ln w="0">
            <a:noFill/>
          </a:ln>
        </p:spPr>
        <p:txBody>
          <a:bodyPr lIns="0" tIns="0" rIns="0" bIns="0" anchor="t">
            <a:noAutofit/>
          </a:bodyPr>
          <a:lstStyle>
            <a:lvl1pPr indent="0">
              <a:buNone/>
              <a:defRPr lang="en-US" sz="1400" b="0" u="none" strike="noStrike">
                <a:solidFill>
                  <a:srgbClr val="000000"/>
                </a:solidFill>
                <a:uFillTx/>
                <a:latin typeface="Times New Roman" panose="02020603050405020304"/>
              </a:defRPr>
            </a:lvl1pPr>
          </a:lstStyle>
          <a:p>
            <a:pPr indent="0">
              <a:buNone/>
            </a:pPr>
            <a:r>
              <a:rPr lang="en-US" sz="1400" b="0" u="none" strike="noStrike">
                <a:solidFill>
                  <a:srgbClr val="000000"/>
                </a:solidFill>
                <a:uFillTx/>
                <a:latin typeface="Times New Roman" panose="02020603050405020304"/>
              </a:rPr>
              <a:t>&lt;date/time&gt;</a:t>
            </a:r>
            <a:endParaRPr lang="en-US" sz="1400" b="0" u="none" strike="noStrike">
              <a:solidFill>
                <a:srgbClr val="000000"/>
              </a:solidFill>
              <a:uFillTx/>
              <a:latin typeface="Times New Roman" panose="02020603050405020304"/>
            </a:endParaRPr>
          </a:p>
        </p:txBody>
      </p:sp>
      <p:sp>
        <p:nvSpPr>
          <p:cNvPr id="4" name="PlaceHolder 5"/>
          <p:cNvSpPr>
            <a:spLocks noGrp="1"/>
          </p:cNvSpPr>
          <p:nvPr>
            <p:ph type="body"/>
          </p:nvPr>
        </p:nvSpPr>
        <p:spPr>
          <a:xfrm>
            <a:off x="504000" y="1326600"/>
            <a:ext cx="9072000" cy="3288600"/>
          </a:xfrm>
          <a:prstGeom prst="rect">
            <a:avLst/>
          </a:prstGeom>
          <a:noFill/>
          <a:ln w="0">
            <a:noFill/>
          </a:ln>
        </p:spPr>
        <p:txBody>
          <a:bodyPr lIns="0" tIns="0" rIns="0" bIns="0" anchor="t">
            <a:normAutofit/>
          </a:bodyPr>
          <a:lstStyle/>
          <a:p>
            <a:pPr marL="431800" indent="-323850">
              <a:spcBef>
                <a:spcPts val="1415"/>
              </a:spcBef>
              <a:buClr>
                <a:srgbClr val="000000"/>
              </a:buClr>
              <a:buSzPct val="45000"/>
              <a:buFont typeface="Wingdings" panose="05000000000000000000" pitchFamily="2" charset="2"/>
              <a:buChar char=""/>
            </a:pPr>
            <a:r>
              <a:rPr lang="en-US" sz="3200" b="0" u="none" strike="noStrike">
                <a:solidFill>
                  <a:srgbClr val="000000"/>
                </a:solidFill>
                <a:uFillTx/>
                <a:latin typeface="Arial" panose="020B0604020202020204"/>
              </a:rPr>
              <a:t>Click to edit the outline text format</a:t>
            </a:r>
            <a:endParaRPr lang="en-US" sz="3200" b="0" u="none" strike="noStrike">
              <a:solidFill>
                <a:srgbClr val="000000"/>
              </a:solidFill>
              <a:uFillTx/>
              <a:latin typeface="Arial" panose="020B0604020202020204"/>
            </a:endParaRPr>
          </a:p>
          <a:p>
            <a:pPr marL="864235" lvl="1" indent="-323850">
              <a:spcBef>
                <a:spcPts val="1135"/>
              </a:spcBef>
              <a:buClr>
                <a:srgbClr val="000000"/>
              </a:buClr>
              <a:buSzPct val="75000"/>
              <a:buFont typeface="Symbol" panose="05050102010706020507" charset="2"/>
              <a:buChar char=""/>
            </a:pPr>
            <a:r>
              <a:rPr lang="en-US" sz="2800" b="0" u="none" strike="noStrike">
                <a:solidFill>
                  <a:srgbClr val="000000"/>
                </a:solidFill>
                <a:uFillTx/>
                <a:latin typeface="Arial" panose="020B0604020202020204"/>
              </a:rPr>
              <a:t>Second Outline Level</a:t>
            </a:r>
            <a:endParaRPr lang="en-US" sz="2800" b="0" u="none" strike="noStrike">
              <a:solidFill>
                <a:srgbClr val="000000"/>
              </a:solidFill>
              <a:uFillTx/>
              <a:latin typeface="Arial" panose="020B0604020202020204"/>
            </a:endParaRPr>
          </a:p>
          <a:p>
            <a:pPr marL="1296035" lvl="2" indent="-288290">
              <a:spcBef>
                <a:spcPts val="850"/>
              </a:spcBef>
              <a:buClr>
                <a:srgbClr val="000000"/>
              </a:buClr>
              <a:buSzPct val="45000"/>
              <a:buFont typeface="Wingdings" panose="05000000000000000000" pitchFamily="2" charset="2"/>
              <a:buChar char=""/>
            </a:pPr>
            <a:r>
              <a:rPr lang="en-US" sz="2400" b="0" u="none" strike="noStrike">
                <a:solidFill>
                  <a:srgbClr val="000000"/>
                </a:solidFill>
                <a:uFillTx/>
                <a:latin typeface="Arial" panose="020B0604020202020204"/>
              </a:rPr>
              <a:t>Third Outline Level</a:t>
            </a:r>
            <a:endParaRPr lang="en-US" sz="2400" b="0" u="none" strike="noStrike">
              <a:solidFill>
                <a:srgbClr val="000000"/>
              </a:solidFill>
              <a:uFillTx/>
              <a:latin typeface="Arial" panose="020B0604020202020204"/>
            </a:endParaRPr>
          </a:p>
          <a:p>
            <a:pPr marL="1727835" lvl="3" indent="-215900">
              <a:spcBef>
                <a:spcPts val="565"/>
              </a:spcBef>
              <a:buClr>
                <a:srgbClr val="000000"/>
              </a:buClr>
              <a:buSzPct val="75000"/>
              <a:buFont typeface="Symbol" panose="05050102010706020507" charset="2"/>
              <a:buChar char=""/>
            </a:pPr>
            <a:r>
              <a:rPr lang="en-US" sz="2000" b="0" u="none" strike="noStrike">
                <a:solidFill>
                  <a:srgbClr val="000000"/>
                </a:solidFill>
                <a:uFillTx/>
                <a:latin typeface="Arial" panose="020B0604020202020204"/>
              </a:rPr>
              <a:t>Fourth Outline Level</a:t>
            </a:r>
            <a:endParaRPr lang="en-US" sz="2000" b="0" u="none" strike="noStrike">
              <a:solidFill>
                <a:srgbClr val="000000"/>
              </a:solidFill>
              <a:uFillTx/>
              <a:latin typeface="Arial" panose="020B0604020202020204"/>
            </a:endParaRPr>
          </a:p>
          <a:p>
            <a:pPr marL="2160270" lvl="4" indent="-215900">
              <a:spcBef>
                <a:spcPts val="285"/>
              </a:spcBef>
              <a:buClr>
                <a:srgbClr val="000000"/>
              </a:buClr>
              <a:buSzPct val="45000"/>
              <a:buFont typeface="Wingdings" panose="05000000000000000000" pitchFamily="2" charset="2"/>
              <a:buChar char=""/>
            </a:pPr>
            <a:r>
              <a:rPr lang="en-US" sz="2000" b="0" u="none" strike="noStrike">
                <a:solidFill>
                  <a:srgbClr val="000000"/>
                </a:solidFill>
                <a:uFillTx/>
                <a:latin typeface="Arial" panose="020B0604020202020204"/>
              </a:rPr>
              <a:t>Fifth Outline Level</a:t>
            </a:r>
            <a:endParaRPr lang="en-US" sz="2000" b="0" u="none" strike="noStrike">
              <a:solidFill>
                <a:srgbClr val="000000"/>
              </a:solidFill>
              <a:uFillTx/>
              <a:latin typeface="Arial" panose="020B0604020202020204"/>
            </a:endParaRPr>
          </a:p>
          <a:p>
            <a:pPr marL="2592070" lvl="5" indent="-215900">
              <a:spcBef>
                <a:spcPts val="285"/>
              </a:spcBef>
              <a:buClr>
                <a:srgbClr val="000000"/>
              </a:buClr>
              <a:buSzPct val="45000"/>
              <a:buFont typeface="Wingdings" panose="05000000000000000000" pitchFamily="2" charset="2"/>
              <a:buChar char=""/>
            </a:pPr>
            <a:r>
              <a:rPr lang="en-US" sz="2000" b="0" u="none" strike="noStrike">
                <a:solidFill>
                  <a:srgbClr val="000000"/>
                </a:solidFill>
                <a:uFillTx/>
                <a:latin typeface="Arial" panose="020B0604020202020204"/>
              </a:rPr>
              <a:t>Sixth Outline Level</a:t>
            </a:r>
            <a:endParaRPr lang="en-US" sz="2000" b="0" u="none" strike="noStrike">
              <a:solidFill>
                <a:srgbClr val="000000"/>
              </a:solidFill>
              <a:uFillTx/>
              <a:latin typeface="Arial" panose="020B0604020202020204"/>
            </a:endParaRPr>
          </a:p>
          <a:p>
            <a:pPr marL="3023870" lvl="6" indent="-215900">
              <a:spcBef>
                <a:spcPts val="285"/>
              </a:spcBef>
              <a:buClr>
                <a:srgbClr val="000000"/>
              </a:buClr>
              <a:buSzPct val="45000"/>
              <a:buFont typeface="Wingdings" panose="05000000000000000000" pitchFamily="2" charset="2"/>
              <a:buChar char=""/>
            </a:pPr>
            <a:r>
              <a:rPr lang="en-US" sz="2000" b="0" u="none" strike="noStrike">
                <a:solidFill>
                  <a:srgbClr val="000000"/>
                </a:solidFill>
                <a:uFillTx/>
                <a:latin typeface="Arial" panose="020B0604020202020204"/>
              </a:rPr>
              <a:t>Seventh Outline Level</a:t>
            </a:r>
            <a:endParaRPr lang="en-US" sz="2000" b="0" u="none" strike="noStrike">
              <a:solidFill>
                <a:srgbClr val="000000"/>
              </a:solidFill>
              <a:uFillTx/>
              <a:latin typeface="Arial" panose="020B0604020202020204"/>
            </a:endParaRP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PlaceHolder 1"/>
          <p:cNvSpPr>
            <a:spLocks noGrp="1"/>
          </p:cNvSpPr>
          <p:nvPr>
            <p:ph type="title"/>
          </p:nvPr>
        </p:nvSpPr>
        <p:spPr>
          <a:xfrm>
            <a:off x="504000" y="226080"/>
            <a:ext cx="9070560" cy="945360"/>
          </a:xfrm>
          <a:prstGeom prst="rect">
            <a:avLst/>
          </a:prstGeom>
          <a:noFill/>
          <a:ln w="0">
            <a:noFill/>
          </a:ln>
        </p:spPr>
        <p:txBody>
          <a:bodyPr lIns="0" tIns="0" rIns="0" bIns="0" anchor="ctr">
            <a:noAutofit/>
          </a:bodyPr>
          <a:lstStyle/>
          <a:p>
            <a:pPr indent="0">
              <a:buNone/>
            </a:pPr>
            <a:r>
              <a:rPr lang="en-US" sz="1800" b="0" u="none" strike="noStrike">
                <a:solidFill>
                  <a:srgbClr val="000000"/>
                </a:solidFill>
                <a:uFillTx/>
                <a:latin typeface="Arial" panose="020B0604020202020204"/>
              </a:rPr>
              <a:t>Click to edit the title text format</a:t>
            </a:r>
            <a:endParaRPr lang="en-US" sz="1800" b="0" u="none" strike="noStrike">
              <a:solidFill>
                <a:srgbClr val="000000"/>
              </a:solidFill>
              <a:uFillTx/>
              <a:latin typeface="Arial" panose="020B0604020202020204"/>
            </a:endParaRPr>
          </a:p>
        </p:txBody>
      </p:sp>
      <p:sp>
        <p:nvSpPr>
          <p:cNvPr id="8" name="PlaceHolder 2"/>
          <p:cNvSpPr>
            <a:spLocks noGrp="1"/>
          </p:cNvSpPr>
          <p:nvPr>
            <p:ph type="body"/>
          </p:nvPr>
        </p:nvSpPr>
        <p:spPr>
          <a:xfrm>
            <a:off x="504000" y="1326600"/>
            <a:ext cx="9070560" cy="3287160"/>
          </a:xfrm>
          <a:prstGeom prst="rect">
            <a:avLst/>
          </a:prstGeom>
          <a:noFill/>
          <a:ln w="0">
            <a:noFill/>
          </a:ln>
        </p:spPr>
        <p:txBody>
          <a:bodyPr lIns="0" tIns="0" rIns="0" bIns="0" anchor="t">
            <a:normAutofit/>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Click to edit the outline text format</a:t>
            </a:r>
            <a:endParaRPr lang="en-US" sz="1800" b="0" u="none" strike="noStrike">
              <a:solidFill>
                <a:srgbClr val="000000"/>
              </a:solidFill>
              <a:uFillTx/>
              <a:latin typeface="Arial" panose="020B0604020202020204"/>
            </a:endParaRPr>
          </a:p>
          <a:p>
            <a:pPr marL="864235" lvl="1" indent="-323850">
              <a:spcBef>
                <a:spcPts val="1135"/>
              </a:spcBef>
              <a:buClr>
                <a:srgbClr val="000000"/>
              </a:buClr>
              <a:buSzPct val="75000"/>
              <a:buFont typeface="Symbol" panose="05050102010706020507" charset="2"/>
              <a:buChar char=""/>
            </a:pPr>
            <a:r>
              <a:rPr lang="en-US" sz="1800" b="0" u="none" strike="noStrike">
                <a:solidFill>
                  <a:srgbClr val="000000"/>
                </a:solidFill>
                <a:uFillTx/>
                <a:latin typeface="Arial" panose="020B0604020202020204"/>
              </a:rPr>
              <a:t>Second Outline Level</a:t>
            </a:r>
            <a:endParaRPr lang="en-US" sz="1800" b="0" u="none" strike="noStrike">
              <a:solidFill>
                <a:srgbClr val="000000"/>
              </a:solidFill>
              <a:uFillTx/>
              <a:latin typeface="Arial" panose="020B060402020202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Third Outline Level</a:t>
            </a:r>
            <a:endParaRPr lang="en-US" sz="1800" b="0" u="none" strike="noStrike">
              <a:solidFill>
                <a:srgbClr val="000000"/>
              </a:solidFill>
              <a:uFillTx/>
              <a:latin typeface="Arial" panose="020B0604020202020204"/>
            </a:endParaRPr>
          </a:p>
          <a:p>
            <a:pPr marL="1727835" lvl="3" indent="-215900">
              <a:spcBef>
                <a:spcPts val="565"/>
              </a:spcBef>
              <a:buClr>
                <a:srgbClr val="000000"/>
              </a:buClr>
              <a:buSzPct val="75000"/>
              <a:buFont typeface="Symbol" panose="05050102010706020507" charset="2"/>
              <a:buChar char=""/>
            </a:pPr>
            <a:r>
              <a:rPr lang="en-US" sz="1800" b="0" u="none" strike="noStrike">
                <a:solidFill>
                  <a:srgbClr val="000000"/>
                </a:solidFill>
                <a:uFillTx/>
                <a:latin typeface="Arial" panose="020B0604020202020204"/>
              </a:rPr>
              <a:t>Fourth Outline Level</a:t>
            </a:r>
            <a:endParaRPr lang="en-US" sz="1800" b="0" u="none" strike="noStrike">
              <a:solidFill>
                <a:srgbClr val="000000"/>
              </a:solidFill>
              <a:uFillTx/>
              <a:latin typeface="Arial" panose="020B060402020202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Fifth Outline Level</a:t>
            </a:r>
            <a:endParaRPr lang="en-US" sz="1800" b="0" u="none" strike="noStrike">
              <a:solidFill>
                <a:srgbClr val="000000"/>
              </a:solidFill>
              <a:uFillTx/>
              <a:latin typeface="Arial" panose="020B060402020202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Sixth Outline Level</a:t>
            </a:r>
            <a:endParaRPr lang="en-US" sz="1800" b="0" u="none" strike="noStrike">
              <a:solidFill>
                <a:srgbClr val="000000"/>
              </a:solidFill>
              <a:uFillTx/>
              <a:latin typeface="Arial" panose="020B060402020202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Seventh Outline Level</a:t>
            </a:r>
            <a:endParaRPr lang="en-US" sz="1800" b="0" u="none" strike="noStrike">
              <a:solidFill>
                <a:srgbClr val="000000"/>
              </a:solidFill>
              <a:uFillTx/>
              <a:latin typeface="Arial" panose="020B0604020202020204"/>
            </a:endParaRPr>
          </a:p>
        </p:txBody>
      </p:sp>
      <p:sp>
        <p:nvSpPr>
          <p:cNvPr id="9" name="PlaceHolder 3"/>
          <p:cNvSpPr>
            <a:spLocks noGrp="1"/>
          </p:cNvSpPr>
          <p:nvPr>
            <p:ph type="ftr" idx="4"/>
          </p:nvPr>
        </p:nvSpPr>
        <p:spPr>
          <a:xfrm>
            <a:off x="3447360" y="5165280"/>
            <a:ext cx="3193920" cy="389520"/>
          </a:xfrm>
          <a:prstGeom prst="rect">
            <a:avLst/>
          </a:prstGeom>
          <a:noFill/>
          <a:ln w="0">
            <a:noFill/>
          </a:ln>
        </p:spPr>
        <p:txBody>
          <a:bodyPr lIns="0" tIns="0" rIns="0" bIns="0" anchor="t">
            <a:noAutofit/>
          </a:bodyPr>
          <a:lstStyle>
            <a:lvl1pPr indent="0" algn="ctr">
              <a:lnSpc>
                <a:spcPct val="100000"/>
              </a:lnSpc>
              <a:buNone/>
              <a:tabLst>
                <a:tab pos="0" algn="l"/>
              </a:tabLst>
              <a:defRPr lang="en-US" sz="1400" b="0" u="none" strike="noStrike">
                <a:solidFill>
                  <a:srgbClr val="000000"/>
                </a:solidFill>
                <a:uFillTx/>
                <a:latin typeface="Times New Roman" panose="02020603050405020304"/>
              </a:defRPr>
            </a:lvl1pPr>
          </a:lstStyle>
          <a:p>
            <a:pPr indent="0" algn="ctr">
              <a:lnSpc>
                <a:spcPct val="100000"/>
              </a:lnSpc>
              <a:buNone/>
              <a:tabLst>
                <a:tab pos="0" algn="l"/>
              </a:tabLst>
            </a:pPr>
            <a:r>
              <a:rPr lang="en-US" sz="1400" b="0" u="none" strike="noStrike">
                <a:solidFill>
                  <a:srgbClr val="000000"/>
                </a:solidFill>
                <a:uFillTx/>
                <a:latin typeface="Times New Roman" panose="02020603050405020304"/>
              </a:rPr>
              <a:t>&lt;footer&gt;</a:t>
            </a:r>
            <a:endParaRPr lang="en-US" sz="1400" b="0" u="none" strike="noStrike">
              <a:solidFill>
                <a:srgbClr val="000000"/>
              </a:solidFill>
              <a:uFillTx/>
              <a:latin typeface="Times New Roman" panose="02020603050405020304"/>
            </a:endParaRPr>
          </a:p>
        </p:txBody>
      </p:sp>
      <p:sp>
        <p:nvSpPr>
          <p:cNvPr id="10" name="PlaceHolder 4"/>
          <p:cNvSpPr>
            <a:spLocks noGrp="1"/>
          </p:cNvSpPr>
          <p:nvPr>
            <p:ph type="sldNum" idx="5"/>
          </p:nvPr>
        </p:nvSpPr>
        <p:spPr>
          <a:xfrm>
            <a:off x="7227360" y="5165280"/>
            <a:ext cx="2347200" cy="389520"/>
          </a:xfrm>
          <a:prstGeom prst="rect">
            <a:avLst/>
          </a:prstGeom>
          <a:noFill/>
          <a:ln w="0">
            <a:noFill/>
          </a:ln>
        </p:spPr>
        <p:txBody>
          <a:bodyPr lIns="0" tIns="0" rIns="0" bIns="0" anchor="t">
            <a:noAutofit/>
          </a:bodyPr>
          <a:lstStyle>
            <a:lvl1pPr indent="0" algn="r">
              <a:lnSpc>
                <a:spcPct val="100000"/>
              </a:lnSpc>
              <a:buNone/>
              <a:tabLst>
                <a:tab pos="0" algn="l"/>
              </a:tabLst>
              <a:defRPr lang="en-US" sz="1400" b="0" u="none" strike="noStrike">
                <a:solidFill>
                  <a:srgbClr val="000000"/>
                </a:solidFill>
                <a:uFillTx/>
                <a:latin typeface="Times New Roman" panose="02020603050405020304"/>
              </a:defRPr>
            </a:lvl1pPr>
          </a:lstStyle>
          <a:p>
            <a:pPr indent="0" algn="r">
              <a:lnSpc>
                <a:spcPct val="100000"/>
              </a:lnSpc>
              <a:buNone/>
              <a:tabLst>
                <a:tab pos="0" algn="l"/>
              </a:tabLst>
            </a:pPr>
            <a:fld id="{8AC5BC77-A5A6-42DD-BDCE-F669F1AB0AB6}" type="slidenum">
              <a:rPr lang="en-US" sz="1400" b="0" u="none" strike="noStrike">
                <a:solidFill>
                  <a:srgbClr val="000000"/>
                </a:solidFill>
                <a:uFillTx/>
                <a:latin typeface="Times New Roman" panose="02020603050405020304"/>
              </a:rPr>
            </a:fld>
            <a:endParaRPr lang="en-US" sz="1400" b="0" u="none" strike="noStrike">
              <a:solidFill>
                <a:srgbClr val="000000"/>
              </a:solidFill>
              <a:uFillTx/>
              <a:latin typeface="Times New Roman" panose="02020603050405020304"/>
            </a:endParaRPr>
          </a:p>
        </p:txBody>
      </p:sp>
      <p:sp>
        <p:nvSpPr>
          <p:cNvPr id="11" name="PlaceHolder 5"/>
          <p:cNvSpPr>
            <a:spLocks noGrp="1"/>
          </p:cNvSpPr>
          <p:nvPr>
            <p:ph type="dt" idx="6"/>
          </p:nvPr>
        </p:nvSpPr>
        <p:spPr>
          <a:xfrm>
            <a:off x="504000" y="5165280"/>
            <a:ext cx="2347200" cy="389520"/>
          </a:xfrm>
          <a:prstGeom prst="rect">
            <a:avLst/>
          </a:prstGeom>
          <a:noFill/>
          <a:ln w="0">
            <a:noFill/>
          </a:ln>
        </p:spPr>
        <p:txBody>
          <a:bodyPr lIns="0" tIns="0" rIns="0" bIns="0" anchor="t">
            <a:noAutofit/>
          </a:bodyPr>
          <a:lstStyle>
            <a:lvl1pPr indent="0">
              <a:buNone/>
              <a:defRPr lang="en-US" sz="1400" b="0" u="none" strike="noStrike">
                <a:solidFill>
                  <a:srgbClr val="000000"/>
                </a:solidFill>
                <a:uFillTx/>
                <a:latin typeface="Times New Roman" panose="02020603050405020304"/>
              </a:defRPr>
            </a:lvl1pPr>
          </a:lstStyle>
          <a:p>
            <a:pPr indent="0">
              <a:buNone/>
            </a:pPr>
            <a:r>
              <a:rPr lang="en-US" sz="1400" b="0" u="none" strike="noStrike">
                <a:solidFill>
                  <a:srgbClr val="000000"/>
                </a:solidFill>
                <a:uFillTx/>
                <a:latin typeface="Times New Roman" panose="02020603050405020304"/>
              </a:rPr>
              <a:t>&lt;date/time&gt;</a:t>
            </a:r>
            <a:endParaRPr lang="en-US" sz="1400" b="0" u="none" strike="noStrike">
              <a:solidFill>
                <a:srgbClr val="000000"/>
              </a:solidFill>
              <a:uFillTx/>
              <a:latin typeface="Times New Roman" panose="02020603050405020304"/>
            </a:endParaRPr>
          </a:p>
        </p:txBody>
      </p:sp>
    </p:spTree>
  </p:cSld>
  <p:clrMap bg1="lt1" tx1="dk1" bg2="lt2" tx2="dk2" accent1="accent1" accent2="accent2" accent3="accent3" accent4="accent4" accent5="accent5" accent6="accent6" hlink="hlink" folHlink="folHlink"/>
  <p:sldLayoutIdLst>
    <p:sldLayoutId id="214748365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PlaceHolder 1"/>
          <p:cNvSpPr>
            <a:spLocks noGrp="1"/>
          </p:cNvSpPr>
          <p:nvPr>
            <p:ph type="title"/>
          </p:nvPr>
        </p:nvSpPr>
        <p:spPr>
          <a:xfrm>
            <a:off x="504000" y="226080"/>
            <a:ext cx="9070560" cy="945360"/>
          </a:xfrm>
          <a:prstGeom prst="rect">
            <a:avLst/>
          </a:prstGeom>
          <a:noFill/>
          <a:ln w="0">
            <a:noFill/>
          </a:ln>
        </p:spPr>
        <p:txBody>
          <a:bodyPr lIns="0" tIns="0" rIns="0" bIns="0" anchor="ctr">
            <a:noAutofit/>
          </a:bodyPr>
          <a:lstStyle/>
          <a:p>
            <a:pPr indent="0">
              <a:buNone/>
            </a:pPr>
            <a:r>
              <a:rPr lang="en-US" sz="1800" b="0" u="none" strike="noStrike">
                <a:solidFill>
                  <a:srgbClr val="000000"/>
                </a:solidFill>
                <a:uFillTx/>
                <a:latin typeface="Arial" panose="020B0604020202020204"/>
              </a:rPr>
              <a:t>Click to edit the title text format</a:t>
            </a:r>
            <a:endParaRPr lang="en-US" sz="1800" b="0" u="none" strike="noStrike">
              <a:solidFill>
                <a:srgbClr val="000000"/>
              </a:solidFill>
              <a:uFillTx/>
              <a:latin typeface="Arial" panose="020B0604020202020204"/>
            </a:endParaRPr>
          </a:p>
        </p:txBody>
      </p:sp>
      <p:sp>
        <p:nvSpPr>
          <p:cNvPr id="15" name="PlaceHolder 2"/>
          <p:cNvSpPr>
            <a:spLocks noGrp="1"/>
          </p:cNvSpPr>
          <p:nvPr>
            <p:ph type="body"/>
          </p:nvPr>
        </p:nvSpPr>
        <p:spPr>
          <a:xfrm>
            <a:off x="504000" y="1326600"/>
            <a:ext cx="9070560" cy="3287160"/>
          </a:xfrm>
          <a:prstGeom prst="rect">
            <a:avLst/>
          </a:prstGeom>
          <a:noFill/>
          <a:ln w="0">
            <a:noFill/>
          </a:ln>
        </p:spPr>
        <p:txBody>
          <a:bodyPr lIns="0" tIns="0" rIns="0" bIns="0" anchor="t">
            <a:normAutofit/>
          </a:bodyPr>
          <a:lstStyle/>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Click to edit the outline text format</a:t>
            </a:r>
            <a:endParaRPr lang="en-US" sz="1800" b="0" u="none" strike="noStrike">
              <a:solidFill>
                <a:srgbClr val="000000"/>
              </a:solidFill>
              <a:uFillTx/>
              <a:latin typeface="Arial" panose="020B0604020202020204"/>
            </a:endParaRPr>
          </a:p>
          <a:p>
            <a:pPr marL="864235" lvl="1" indent="-323850">
              <a:spcBef>
                <a:spcPts val="1135"/>
              </a:spcBef>
              <a:buClr>
                <a:srgbClr val="000000"/>
              </a:buClr>
              <a:buSzPct val="75000"/>
              <a:buFont typeface="Symbol" panose="05050102010706020507" charset="2"/>
              <a:buChar char=""/>
            </a:pPr>
            <a:r>
              <a:rPr lang="en-US" sz="1800" b="0" u="none" strike="noStrike">
                <a:solidFill>
                  <a:srgbClr val="000000"/>
                </a:solidFill>
                <a:uFillTx/>
                <a:latin typeface="Arial" panose="020B0604020202020204"/>
              </a:rPr>
              <a:t>Second Outline Level</a:t>
            </a:r>
            <a:endParaRPr lang="en-US" sz="1800" b="0" u="none" strike="noStrike">
              <a:solidFill>
                <a:srgbClr val="000000"/>
              </a:solidFill>
              <a:uFillTx/>
              <a:latin typeface="Arial" panose="020B060402020202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Third Outline Level</a:t>
            </a:r>
            <a:endParaRPr lang="en-US" sz="1800" b="0" u="none" strike="noStrike">
              <a:solidFill>
                <a:srgbClr val="000000"/>
              </a:solidFill>
              <a:uFillTx/>
              <a:latin typeface="Arial" panose="020B0604020202020204"/>
            </a:endParaRPr>
          </a:p>
          <a:p>
            <a:pPr marL="1727835" lvl="3" indent="-215900">
              <a:spcBef>
                <a:spcPts val="565"/>
              </a:spcBef>
              <a:buClr>
                <a:srgbClr val="000000"/>
              </a:buClr>
              <a:buSzPct val="75000"/>
              <a:buFont typeface="Symbol" panose="05050102010706020507" charset="2"/>
              <a:buChar char=""/>
            </a:pPr>
            <a:r>
              <a:rPr lang="en-US" sz="1800" b="0" u="none" strike="noStrike">
                <a:solidFill>
                  <a:srgbClr val="000000"/>
                </a:solidFill>
                <a:uFillTx/>
                <a:latin typeface="Arial" panose="020B0604020202020204"/>
              </a:rPr>
              <a:t>Fourth Outline Level</a:t>
            </a:r>
            <a:endParaRPr lang="en-US" sz="1800" b="0" u="none" strike="noStrike">
              <a:solidFill>
                <a:srgbClr val="000000"/>
              </a:solidFill>
              <a:uFillTx/>
              <a:latin typeface="Arial" panose="020B060402020202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Fifth Outline Level</a:t>
            </a:r>
            <a:endParaRPr lang="en-US" sz="1800" b="0" u="none" strike="noStrike">
              <a:solidFill>
                <a:srgbClr val="000000"/>
              </a:solidFill>
              <a:uFillTx/>
              <a:latin typeface="Arial" panose="020B060402020202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Sixth Outline Level</a:t>
            </a:r>
            <a:endParaRPr lang="en-US" sz="1800" b="0" u="none" strike="noStrike">
              <a:solidFill>
                <a:srgbClr val="000000"/>
              </a:solidFill>
              <a:uFillTx/>
              <a:latin typeface="Arial" panose="020B060402020202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Seventh Outline Level</a:t>
            </a:r>
            <a:endParaRPr lang="en-US" sz="1800" b="0" u="none" strike="noStrike">
              <a:solidFill>
                <a:srgbClr val="000000"/>
              </a:solidFill>
              <a:uFillTx/>
              <a:latin typeface="Arial" panose="020B0604020202020204"/>
            </a:endParaRPr>
          </a:p>
        </p:txBody>
      </p:sp>
      <p:sp>
        <p:nvSpPr>
          <p:cNvPr id="16" name="PlaceHolder 3"/>
          <p:cNvSpPr>
            <a:spLocks noGrp="1"/>
          </p:cNvSpPr>
          <p:nvPr>
            <p:ph type="ftr" idx="7"/>
          </p:nvPr>
        </p:nvSpPr>
        <p:spPr>
          <a:xfrm>
            <a:off x="3447360" y="5165280"/>
            <a:ext cx="3193920" cy="389520"/>
          </a:xfrm>
          <a:prstGeom prst="rect">
            <a:avLst/>
          </a:prstGeom>
          <a:noFill/>
          <a:ln w="0">
            <a:noFill/>
          </a:ln>
        </p:spPr>
        <p:txBody>
          <a:bodyPr lIns="0" tIns="0" rIns="0" bIns="0" anchor="t">
            <a:noAutofit/>
          </a:bodyPr>
          <a:lstStyle>
            <a:lvl1pPr indent="0" algn="ctr">
              <a:lnSpc>
                <a:spcPct val="100000"/>
              </a:lnSpc>
              <a:buNone/>
              <a:tabLst>
                <a:tab pos="0" algn="l"/>
              </a:tabLst>
              <a:defRPr lang="en-US" sz="1400" b="0" u="none" strike="noStrike">
                <a:solidFill>
                  <a:srgbClr val="000000"/>
                </a:solidFill>
                <a:uFillTx/>
                <a:latin typeface="Times New Roman" panose="02020603050405020304"/>
              </a:defRPr>
            </a:lvl1pPr>
          </a:lstStyle>
          <a:p>
            <a:pPr indent="0" algn="ctr">
              <a:lnSpc>
                <a:spcPct val="100000"/>
              </a:lnSpc>
              <a:buNone/>
              <a:tabLst>
                <a:tab pos="0" algn="l"/>
              </a:tabLst>
            </a:pPr>
            <a:r>
              <a:rPr lang="en-US" sz="1400" b="0" u="none" strike="noStrike">
                <a:solidFill>
                  <a:srgbClr val="000000"/>
                </a:solidFill>
                <a:uFillTx/>
                <a:latin typeface="Times New Roman" panose="02020603050405020304"/>
              </a:rPr>
              <a:t>&lt;footer&gt;</a:t>
            </a:r>
            <a:endParaRPr lang="en-US" sz="1400" b="0" u="none" strike="noStrike">
              <a:solidFill>
                <a:srgbClr val="000000"/>
              </a:solidFill>
              <a:uFillTx/>
              <a:latin typeface="Times New Roman" panose="02020603050405020304"/>
            </a:endParaRPr>
          </a:p>
        </p:txBody>
      </p:sp>
      <p:sp>
        <p:nvSpPr>
          <p:cNvPr id="17" name="PlaceHolder 4"/>
          <p:cNvSpPr>
            <a:spLocks noGrp="1"/>
          </p:cNvSpPr>
          <p:nvPr>
            <p:ph type="sldNum" idx="8"/>
          </p:nvPr>
        </p:nvSpPr>
        <p:spPr>
          <a:xfrm>
            <a:off x="7227360" y="5165280"/>
            <a:ext cx="2347200" cy="389520"/>
          </a:xfrm>
          <a:prstGeom prst="rect">
            <a:avLst/>
          </a:prstGeom>
          <a:noFill/>
          <a:ln w="0">
            <a:noFill/>
          </a:ln>
        </p:spPr>
        <p:txBody>
          <a:bodyPr lIns="0" tIns="0" rIns="0" bIns="0" anchor="t">
            <a:noAutofit/>
          </a:bodyPr>
          <a:lstStyle>
            <a:lvl1pPr indent="0" algn="r">
              <a:lnSpc>
                <a:spcPct val="100000"/>
              </a:lnSpc>
              <a:buNone/>
              <a:tabLst>
                <a:tab pos="0" algn="l"/>
              </a:tabLst>
              <a:defRPr lang="en-US" sz="1400" b="0" u="none" strike="noStrike">
                <a:solidFill>
                  <a:srgbClr val="000000"/>
                </a:solidFill>
                <a:uFillTx/>
                <a:latin typeface="Times New Roman" panose="02020603050405020304"/>
              </a:defRPr>
            </a:lvl1pPr>
          </a:lstStyle>
          <a:p>
            <a:pPr indent="0" algn="r">
              <a:lnSpc>
                <a:spcPct val="100000"/>
              </a:lnSpc>
              <a:buNone/>
              <a:tabLst>
                <a:tab pos="0" algn="l"/>
              </a:tabLst>
            </a:pPr>
            <a:fld id="{A75C121D-67A5-48DC-93C5-645C5FC781D5}" type="slidenum">
              <a:rPr lang="en-US" sz="1400" b="0" u="none" strike="noStrike">
                <a:solidFill>
                  <a:srgbClr val="000000"/>
                </a:solidFill>
                <a:uFillTx/>
                <a:latin typeface="Times New Roman" panose="02020603050405020304"/>
              </a:rPr>
            </a:fld>
            <a:endParaRPr lang="en-US" sz="1400" b="0" u="none" strike="noStrike">
              <a:solidFill>
                <a:srgbClr val="000000"/>
              </a:solidFill>
              <a:uFillTx/>
              <a:latin typeface="Times New Roman" panose="02020603050405020304"/>
            </a:endParaRPr>
          </a:p>
        </p:txBody>
      </p:sp>
      <p:sp>
        <p:nvSpPr>
          <p:cNvPr id="18" name="PlaceHolder 5"/>
          <p:cNvSpPr>
            <a:spLocks noGrp="1"/>
          </p:cNvSpPr>
          <p:nvPr>
            <p:ph type="dt" idx="9"/>
          </p:nvPr>
        </p:nvSpPr>
        <p:spPr>
          <a:xfrm>
            <a:off x="504000" y="5165280"/>
            <a:ext cx="2347200" cy="389520"/>
          </a:xfrm>
          <a:prstGeom prst="rect">
            <a:avLst/>
          </a:prstGeom>
          <a:noFill/>
          <a:ln w="0">
            <a:noFill/>
          </a:ln>
        </p:spPr>
        <p:txBody>
          <a:bodyPr lIns="0" tIns="0" rIns="0" bIns="0" anchor="t">
            <a:noAutofit/>
          </a:bodyPr>
          <a:lstStyle>
            <a:lvl1pPr indent="0">
              <a:buNone/>
              <a:defRPr lang="en-US" sz="1400" b="0" u="none" strike="noStrike">
                <a:solidFill>
                  <a:srgbClr val="000000"/>
                </a:solidFill>
                <a:uFillTx/>
                <a:latin typeface="Times New Roman" panose="02020603050405020304"/>
              </a:defRPr>
            </a:lvl1pPr>
          </a:lstStyle>
          <a:p>
            <a:pPr indent="0">
              <a:buNone/>
            </a:pPr>
            <a:r>
              <a:rPr lang="en-US" sz="1400" b="0" u="none" strike="noStrike">
                <a:solidFill>
                  <a:srgbClr val="000000"/>
                </a:solidFill>
                <a:uFillTx/>
                <a:latin typeface="Times New Roman" panose="02020603050405020304"/>
              </a:rPr>
              <a:t>&lt;date/time&gt;</a:t>
            </a:r>
            <a:endParaRPr lang="en-US" sz="1400" b="0" u="none" strike="noStrike">
              <a:solidFill>
                <a:srgbClr val="000000"/>
              </a:solidFill>
              <a:uFillTx/>
              <a:latin typeface="Times New Roman" panose="02020603050405020304"/>
            </a:endParaRPr>
          </a:p>
        </p:txBody>
      </p:sp>
    </p:spTree>
  </p:cSld>
  <p:clrMap bg1="lt1" tx1="dk1" bg2="lt2" tx2="dk2" accent1="accent1" accent2="accent2" accent3="accent3" accent4="accent4" accent5="accent5" accent6="accent6" hlink="hlink" folHlink="folHlink"/>
  <p:sldLayoutIdLst>
    <p:sldLayoutId id="2147483653" r:id="rId1"/>
    <p:sldLayoutId id="2147483654"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3" name="PlaceHolder 1"/>
          <p:cNvSpPr>
            <a:spLocks noGrp="1"/>
          </p:cNvSpPr>
          <p:nvPr>
            <p:ph type="title"/>
          </p:nvPr>
        </p:nvSpPr>
        <p:spPr>
          <a:xfrm>
            <a:off x="504000" y="226080"/>
            <a:ext cx="9070560" cy="945360"/>
          </a:xfrm>
          <a:prstGeom prst="rect">
            <a:avLst/>
          </a:prstGeom>
          <a:noFill/>
          <a:ln w="0">
            <a:noFill/>
          </a:ln>
        </p:spPr>
        <p:txBody>
          <a:bodyPr lIns="0" tIns="0" rIns="0" bIns="0" anchor="ctr">
            <a:noAutofit/>
          </a:bodyPr>
          <a:lstStyle/>
          <a:p>
            <a:pPr indent="0">
              <a:buNone/>
            </a:pPr>
            <a:r>
              <a:rPr lang="en-US" sz="1800" b="0" u="none" strike="noStrike">
                <a:solidFill>
                  <a:srgbClr val="000000"/>
                </a:solidFill>
                <a:uFillTx/>
                <a:latin typeface="Arial" panose="020B0604020202020204"/>
              </a:rPr>
              <a:t>Click to edit the title text format</a:t>
            </a:r>
            <a:endParaRPr lang="en-US" sz="1800" b="0" u="none" strike="noStrike">
              <a:solidFill>
                <a:srgbClr val="000000"/>
              </a:solidFill>
              <a:uFillTx/>
              <a:latin typeface="Arial" panose="020B0604020202020204"/>
            </a:endParaRPr>
          </a:p>
        </p:txBody>
      </p:sp>
      <p:sp>
        <p:nvSpPr>
          <p:cNvPr id="24" name="PlaceHolder 2"/>
          <p:cNvSpPr>
            <a:spLocks noGrp="1"/>
          </p:cNvSpPr>
          <p:nvPr>
            <p:ph type="ftr" idx="10"/>
          </p:nvPr>
        </p:nvSpPr>
        <p:spPr>
          <a:xfrm>
            <a:off x="3447360" y="5165280"/>
            <a:ext cx="3193920" cy="389520"/>
          </a:xfrm>
          <a:prstGeom prst="rect">
            <a:avLst/>
          </a:prstGeom>
          <a:noFill/>
          <a:ln w="0">
            <a:noFill/>
          </a:ln>
        </p:spPr>
        <p:txBody>
          <a:bodyPr lIns="0" tIns="0" rIns="0" bIns="0" anchor="t">
            <a:noAutofit/>
          </a:bodyPr>
          <a:lstStyle>
            <a:lvl1pPr indent="0" algn="ctr">
              <a:lnSpc>
                <a:spcPct val="100000"/>
              </a:lnSpc>
              <a:buNone/>
              <a:tabLst>
                <a:tab pos="0" algn="l"/>
              </a:tabLst>
              <a:defRPr lang="en-US" sz="1400" b="0" u="none" strike="noStrike">
                <a:solidFill>
                  <a:srgbClr val="000000"/>
                </a:solidFill>
                <a:uFillTx/>
                <a:latin typeface="Times New Roman" panose="02020603050405020304"/>
              </a:defRPr>
            </a:lvl1pPr>
          </a:lstStyle>
          <a:p>
            <a:pPr indent="0" algn="ctr">
              <a:lnSpc>
                <a:spcPct val="100000"/>
              </a:lnSpc>
              <a:buNone/>
              <a:tabLst>
                <a:tab pos="0" algn="l"/>
              </a:tabLst>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
        <p:nvSpPr>
          <p:cNvPr id="25" name="PlaceHolder 3"/>
          <p:cNvSpPr>
            <a:spLocks noGrp="1"/>
          </p:cNvSpPr>
          <p:nvPr>
            <p:ph type="sldNum" idx="11"/>
          </p:nvPr>
        </p:nvSpPr>
        <p:spPr>
          <a:xfrm>
            <a:off x="7227360" y="5165280"/>
            <a:ext cx="2347200" cy="389520"/>
          </a:xfrm>
          <a:prstGeom prst="rect">
            <a:avLst/>
          </a:prstGeom>
          <a:noFill/>
          <a:ln w="0">
            <a:noFill/>
          </a:ln>
        </p:spPr>
        <p:txBody>
          <a:bodyPr lIns="0" tIns="0" rIns="0" bIns="0" anchor="t">
            <a:noAutofit/>
          </a:bodyPr>
          <a:lstStyle>
            <a:lvl1pPr indent="0" algn="r">
              <a:lnSpc>
                <a:spcPct val="100000"/>
              </a:lnSpc>
              <a:buNone/>
              <a:tabLst>
                <a:tab pos="0" algn="l"/>
              </a:tabLst>
              <a:defRPr lang="en-US" sz="1400" b="0" u="none" strike="noStrike">
                <a:solidFill>
                  <a:srgbClr val="000000"/>
                </a:solidFill>
                <a:uFillTx/>
                <a:latin typeface="Times New Roman" panose="02020603050405020304"/>
              </a:defRPr>
            </a:lvl1pPr>
          </a:lstStyle>
          <a:p>
            <a:pPr indent="0" algn="r">
              <a:lnSpc>
                <a:spcPct val="100000"/>
              </a:lnSpc>
              <a:buNone/>
              <a:tabLst>
                <a:tab pos="0" algn="l"/>
              </a:tabLst>
            </a:pPr>
            <a:fld id="{C0C23D80-C022-447E-9D15-A866A38D95B9}" type="slidenum">
              <a:rPr lang="en-US" sz="1400" b="0" u="none" strike="noStrike">
                <a:solidFill>
                  <a:srgbClr val="000000"/>
                </a:solidFill>
                <a:uFillTx/>
                <a:latin typeface="Times New Roman" panose="02020603050405020304"/>
              </a:rPr>
            </a:fld>
            <a:endParaRPr lang="en-US" sz="1400" b="0" u="none" strike="noStrike">
              <a:solidFill>
                <a:srgbClr val="000000"/>
              </a:solidFill>
              <a:uFillTx/>
              <a:latin typeface="Times New Roman" panose="02020603050405020304"/>
            </a:endParaRPr>
          </a:p>
        </p:txBody>
      </p:sp>
      <p:sp>
        <p:nvSpPr>
          <p:cNvPr id="26" name="PlaceHolder 4"/>
          <p:cNvSpPr>
            <a:spLocks noGrp="1"/>
          </p:cNvSpPr>
          <p:nvPr>
            <p:ph type="dt" idx="12"/>
          </p:nvPr>
        </p:nvSpPr>
        <p:spPr>
          <a:xfrm>
            <a:off x="504000" y="5165280"/>
            <a:ext cx="2347200" cy="389520"/>
          </a:xfrm>
          <a:prstGeom prst="rect">
            <a:avLst/>
          </a:prstGeom>
          <a:noFill/>
          <a:ln w="0">
            <a:noFill/>
          </a:ln>
        </p:spPr>
        <p:txBody>
          <a:bodyPr lIns="0" tIns="0" rIns="0" bIns="0" anchor="t">
            <a:noAutofit/>
          </a:bodyPr>
          <a:lstStyle>
            <a:lvl1pPr indent="0">
              <a:buNone/>
              <a:defRPr lang="en-US" sz="1400" b="0" u="none" strike="noStrike">
                <a:solidFill>
                  <a:srgbClr val="000000"/>
                </a:solidFill>
                <a:uFillTx/>
                <a:latin typeface="Times New Roman" panose="02020603050405020304"/>
              </a:defRPr>
            </a:lvl1pPr>
          </a:lstStyle>
          <a:p>
            <a:pPr indent="0">
              <a:buNone/>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Tree>
  </p:cSld>
  <p:clrMap bg1="lt1" tx1="dk1" bg2="lt2" tx2="dk2" accent1="accent1" accent2="accent2" accent3="accent3" accent4="accent4" accent5="accent5" accent6="accent6" hlink="hlink" folHlink="folHlink"/>
  <p:sldLayoutIdLst>
    <p:sldLayoutId id="2147483656"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9" name="PlaceHolder 1"/>
          <p:cNvSpPr>
            <a:spLocks noGrp="1"/>
          </p:cNvSpPr>
          <p:nvPr>
            <p:ph type="title"/>
          </p:nvPr>
        </p:nvSpPr>
        <p:spPr>
          <a:xfrm>
            <a:off x="504000" y="226080"/>
            <a:ext cx="9070560" cy="945360"/>
          </a:xfrm>
          <a:prstGeom prst="rect">
            <a:avLst/>
          </a:prstGeom>
          <a:noFill/>
          <a:ln w="0">
            <a:noFill/>
          </a:ln>
        </p:spPr>
        <p:txBody>
          <a:bodyPr lIns="0" tIns="0" rIns="0" bIns="0" anchor="ctr">
            <a:noAutofit/>
          </a:bodyPr>
          <a:lstStyle/>
          <a:p>
            <a:pPr indent="0">
              <a:buNone/>
            </a:pPr>
            <a:r>
              <a:rPr lang="en-US" sz="1800" b="0" u="none" strike="noStrike">
                <a:solidFill>
                  <a:srgbClr val="000000"/>
                </a:solidFill>
                <a:uFillTx/>
                <a:latin typeface="Arial" panose="020B0604020202020204"/>
              </a:rPr>
              <a:t>Click to edit the title text format</a:t>
            </a:r>
            <a:endParaRPr lang="en-US" sz="1800" b="0" u="none" strike="noStrike">
              <a:solidFill>
                <a:srgbClr val="000000"/>
              </a:solidFill>
              <a:uFillTx/>
              <a:latin typeface="Arial" panose="020B0604020202020204"/>
            </a:endParaRPr>
          </a:p>
        </p:txBody>
      </p:sp>
      <p:sp>
        <p:nvSpPr>
          <p:cNvPr id="30" name="PlaceHolder 2"/>
          <p:cNvSpPr>
            <a:spLocks noGrp="1"/>
          </p:cNvSpPr>
          <p:nvPr>
            <p:ph type="ftr" idx="13"/>
          </p:nvPr>
        </p:nvSpPr>
        <p:spPr>
          <a:xfrm>
            <a:off x="3447360" y="5165280"/>
            <a:ext cx="3193920" cy="389520"/>
          </a:xfrm>
          <a:prstGeom prst="rect">
            <a:avLst/>
          </a:prstGeom>
          <a:noFill/>
          <a:ln w="0">
            <a:noFill/>
          </a:ln>
        </p:spPr>
        <p:txBody>
          <a:bodyPr lIns="0" tIns="0" rIns="0" bIns="0" anchor="t">
            <a:noAutofit/>
          </a:bodyPr>
          <a:lstStyle>
            <a:lvl1pPr indent="0" algn="ctr">
              <a:lnSpc>
                <a:spcPct val="100000"/>
              </a:lnSpc>
              <a:buNone/>
              <a:tabLst>
                <a:tab pos="0" algn="l"/>
              </a:tabLst>
              <a:defRPr lang="en-US" sz="1400" b="0" u="none" strike="noStrike">
                <a:solidFill>
                  <a:srgbClr val="000000"/>
                </a:solidFill>
                <a:uFillTx/>
                <a:latin typeface="Times New Roman" panose="02020603050405020304"/>
              </a:defRPr>
            </a:lvl1pPr>
          </a:lstStyle>
          <a:p>
            <a:pPr indent="0" algn="ctr">
              <a:lnSpc>
                <a:spcPct val="100000"/>
              </a:lnSpc>
              <a:buNone/>
              <a:tabLst>
                <a:tab pos="0" algn="l"/>
              </a:tabLst>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
        <p:nvSpPr>
          <p:cNvPr id="31" name="PlaceHolder 3"/>
          <p:cNvSpPr>
            <a:spLocks noGrp="1"/>
          </p:cNvSpPr>
          <p:nvPr>
            <p:ph type="sldNum" idx="14"/>
          </p:nvPr>
        </p:nvSpPr>
        <p:spPr>
          <a:xfrm>
            <a:off x="7227360" y="5165280"/>
            <a:ext cx="2347200" cy="389520"/>
          </a:xfrm>
          <a:prstGeom prst="rect">
            <a:avLst/>
          </a:prstGeom>
          <a:noFill/>
          <a:ln w="0">
            <a:noFill/>
          </a:ln>
        </p:spPr>
        <p:txBody>
          <a:bodyPr lIns="0" tIns="0" rIns="0" bIns="0" anchor="t">
            <a:noAutofit/>
          </a:bodyPr>
          <a:lstStyle>
            <a:lvl1pPr indent="0" algn="r">
              <a:lnSpc>
                <a:spcPct val="100000"/>
              </a:lnSpc>
              <a:buNone/>
              <a:tabLst>
                <a:tab pos="0" algn="l"/>
              </a:tabLst>
              <a:defRPr lang="en-US" sz="1400" b="0" u="none" strike="noStrike">
                <a:solidFill>
                  <a:srgbClr val="000000"/>
                </a:solidFill>
                <a:uFillTx/>
                <a:latin typeface="Times New Roman" panose="02020603050405020304"/>
              </a:defRPr>
            </a:lvl1pPr>
          </a:lstStyle>
          <a:p>
            <a:pPr indent="0" algn="r">
              <a:lnSpc>
                <a:spcPct val="100000"/>
              </a:lnSpc>
              <a:buNone/>
              <a:tabLst>
                <a:tab pos="0" algn="l"/>
              </a:tabLst>
            </a:pPr>
            <a:fld id="{0687AF92-1188-4F5A-9A4A-EFF45306E720}" type="slidenum">
              <a:rPr lang="en-US" sz="1400" b="0" u="none" strike="noStrike">
                <a:solidFill>
                  <a:srgbClr val="000000"/>
                </a:solidFill>
                <a:uFillTx/>
                <a:latin typeface="Times New Roman" panose="02020603050405020304"/>
              </a:rPr>
            </a:fld>
            <a:endParaRPr lang="en-US" sz="1400" b="0" u="none" strike="noStrike">
              <a:solidFill>
                <a:srgbClr val="000000"/>
              </a:solidFill>
              <a:uFillTx/>
              <a:latin typeface="Times New Roman" panose="02020603050405020304"/>
            </a:endParaRPr>
          </a:p>
        </p:txBody>
      </p:sp>
      <p:sp>
        <p:nvSpPr>
          <p:cNvPr id="32" name="PlaceHolder 4"/>
          <p:cNvSpPr>
            <a:spLocks noGrp="1"/>
          </p:cNvSpPr>
          <p:nvPr>
            <p:ph type="dt" idx="15"/>
          </p:nvPr>
        </p:nvSpPr>
        <p:spPr>
          <a:xfrm>
            <a:off x="504000" y="5165280"/>
            <a:ext cx="2347200" cy="389520"/>
          </a:xfrm>
          <a:prstGeom prst="rect">
            <a:avLst/>
          </a:prstGeom>
          <a:noFill/>
          <a:ln w="0">
            <a:noFill/>
          </a:ln>
        </p:spPr>
        <p:txBody>
          <a:bodyPr lIns="0" tIns="0" rIns="0" bIns="0" anchor="t">
            <a:noAutofit/>
          </a:bodyPr>
          <a:lstStyle>
            <a:lvl1pPr indent="0">
              <a:buNone/>
              <a:defRPr lang="en-US" sz="1400" b="0" u="none" strike="noStrike">
                <a:solidFill>
                  <a:srgbClr val="000000"/>
                </a:solidFill>
                <a:uFillTx/>
                <a:latin typeface="Times New Roman" panose="02020603050405020304"/>
              </a:defRPr>
            </a:lvl1pPr>
          </a:lstStyle>
          <a:p>
            <a:pPr indent="0">
              <a:buNone/>
            </a:pPr>
            <a:r>
              <a:rPr lang="en-US" sz="1400" b="0" u="none" strike="noStrike">
                <a:solidFill>
                  <a:srgbClr val="000000"/>
                </a:solidFill>
                <a:uFillTx/>
                <a:latin typeface="Times New Roman" panose="02020603050405020304"/>
              </a:rPr>
              <a:t> </a:t>
            </a:r>
            <a:endParaRPr lang="en-US" sz="1400" b="0" u="none" strike="noStrike">
              <a:solidFill>
                <a:srgbClr val="000000"/>
              </a:solidFill>
              <a:uFillTx/>
              <a:latin typeface="Times New Roman" panose="02020603050405020304"/>
            </a:endParaRPr>
          </a:p>
        </p:txBody>
      </p:sp>
    </p:spTree>
  </p:cSld>
  <p:clrMap bg1="lt1" tx1="dk1" bg2="lt2" tx2="dk2" accent1="accent1" accent2="accent2" accent3="accent3" accent4="accent4" accent5="accent5" accent6="accent6" hlink="hlink" folHlink="folHlink"/>
  <p:sldLayoutIdLst>
    <p:sldLayoutId id="2147483658"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PlaceHolder 1"/>
          <p:cNvSpPr>
            <a:spLocks noGrp="1"/>
          </p:cNvSpPr>
          <p:nvPr>
            <p:ph type="title"/>
          </p:nvPr>
        </p:nvSpPr>
        <p:spPr>
          <a:xfrm>
            <a:off x="504000" y="226080"/>
            <a:ext cx="9070560" cy="945360"/>
          </a:xfrm>
          <a:prstGeom prst="rect">
            <a:avLst/>
          </a:prstGeom>
          <a:noFill/>
          <a:ln w="0">
            <a:noFill/>
          </a:ln>
        </p:spPr>
        <p:txBody>
          <a:bodyPr lIns="0" tIns="0" rIns="0" bIns="0" anchor="ctr">
            <a:noAutofit/>
          </a:bodyPr>
          <a:lstStyle/>
          <a:p>
            <a:pPr indent="0" algn="ctr">
              <a:lnSpc>
                <a:spcPct val="100000"/>
              </a:lnSpc>
              <a:buNone/>
              <a:tabLst>
                <a:tab pos="0" algn="l"/>
              </a:tabLst>
            </a:pPr>
            <a:r>
              <a:rPr lang="en-US" sz="4400" b="0" u="none" strike="noStrike">
                <a:solidFill>
                  <a:srgbClr val="000000"/>
                </a:solidFill>
                <a:uFillTx/>
                <a:latin typeface="Arial" panose="020B0604020202020204"/>
              </a:rPr>
              <a:t>React</a:t>
            </a:r>
            <a:endParaRPr lang="en-US" sz="4400" b="0" u="none" strike="noStrike">
              <a:solidFill>
                <a:srgbClr val="000000"/>
              </a:solidFill>
              <a:uFillTx/>
              <a:latin typeface="Arial" panose="020B0604020202020204"/>
            </a:endParaRPr>
          </a:p>
        </p:txBody>
      </p:sp>
      <p:sp>
        <p:nvSpPr>
          <p:cNvPr id="36" name="PlaceHolder 2"/>
          <p:cNvSpPr>
            <a:spLocks noGrp="1"/>
          </p:cNvSpPr>
          <p:nvPr>
            <p:ph/>
          </p:nvPr>
        </p:nvSpPr>
        <p:spPr>
          <a:xfrm>
            <a:off x="504000" y="1326600"/>
            <a:ext cx="9071280" cy="3287880"/>
          </a:xfrm>
          <a:prstGeom prst="rect">
            <a:avLst/>
          </a:prstGeom>
          <a:noFill/>
          <a:ln w="0">
            <a:noFill/>
          </a:ln>
        </p:spPr>
        <p:txBody>
          <a:bodyPr lIns="0" tIns="0" rIns="0" bIns="0" anchor="t">
            <a:normAutofit/>
          </a:bodyPr>
          <a:lstStyle/>
          <a:p>
            <a:pPr marL="431800" indent="-323850">
              <a:lnSpc>
                <a:spcPct val="100000"/>
              </a:lnSpc>
              <a:buClr>
                <a:srgbClr val="000000"/>
              </a:buClr>
              <a:buFont typeface="Wingdings" panose="05000000000000000000" pitchFamily="2" charset="2"/>
              <a:buChar char=""/>
            </a:pPr>
            <a:r>
              <a:rPr lang="en-US" sz="1800" b="0" u="none" strike="noStrike">
                <a:solidFill>
                  <a:srgbClr val="000000"/>
                </a:solidFill>
                <a:uFillTx/>
                <a:latin typeface="Arial" panose="020B0604020202020204"/>
              </a:rPr>
              <a:t>Class Components</a:t>
            </a:r>
            <a:endParaRPr lang="en-US" sz="1800" b="0" u="none" strike="noStrike">
              <a:solidFill>
                <a:srgbClr val="000000"/>
              </a:solidFill>
              <a:uFillTx/>
              <a:latin typeface="Arial" panose="020B0604020202020204"/>
            </a:endParaRPr>
          </a:p>
          <a:p>
            <a:pPr marL="431800" indent="-323850">
              <a:lnSpc>
                <a:spcPct val="100000"/>
              </a:lnSpc>
              <a:buClr>
                <a:srgbClr val="000000"/>
              </a:buClr>
              <a:buFont typeface="Wingdings" panose="05000000000000000000" pitchFamily="2" charset="2"/>
              <a:buChar char=""/>
            </a:pPr>
            <a:r>
              <a:rPr lang="en-US" sz="1800" b="0" u="none" strike="noStrike">
                <a:solidFill>
                  <a:srgbClr val="000000"/>
                </a:solidFill>
                <a:uFillTx/>
                <a:latin typeface="Arial" panose="020B0604020202020204"/>
              </a:rPr>
              <a:t>State and Props in Class Components</a:t>
            </a:r>
            <a:endParaRPr lang="en-US" sz="1800" b="0" u="none" strike="noStrike">
              <a:solidFill>
                <a:srgbClr val="000000"/>
              </a:solidFill>
              <a:uFillTx/>
              <a:latin typeface="Arial" panose="020B0604020202020204"/>
            </a:endParaRPr>
          </a:p>
          <a:p>
            <a:pPr marL="431800" indent="-323850">
              <a:lnSpc>
                <a:spcPct val="100000"/>
              </a:lnSpc>
              <a:buClr>
                <a:srgbClr val="000000"/>
              </a:buClr>
              <a:buFont typeface="Wingdings" panose="05000000000000000000" pitchFamily="2" charset="2"/>
              <a:buChar char=""/>
            </a:pPr>
            <a:r>
              <a:rPr lang="en-US" sz="1800" b="0" u="none" strike="noStrike">
                <a:solidFill>
                  <a:srgbClr val="000000"/>
                </a:solidFill>
                <a:uFillTx/>
                <a:latin typeface="Arial" panose="020B0604020202020204"/>
              </a:rPr>
              <a:t>Lifecycle methods in Class Components</a:t>
            </a:r>
            <a:endParaRPr lang="en-US" sz="1800" b="0" u="none" strike="noStrike">
              <a:solidFill>
                <a:srgbClr val="000000"/>
              </a:solidFill>
              <a:uFillTx/>
              <a:latin typeface="Arial" panose="020B0604020202020204"/>
            </a:endParaRPr>
          </a:p>
          <a:p>
            <a:pPr marL="431800" indent="-323850">
              <a:lnSpc>
                <a:spcPct val="100000"/>
              </a:lnSpc>
              <a:buClr>
                <a:srgbClr val="000000"/>
              </a:buClr>
              <a:buFont typeface="Wingdings" panose="05000000000000000000" pitchFamily="2" charset="2"/>
              <a:buChar char=""/>
            </a:pPr>
            <a:r>
              <a:rPr lang="en-US" sz="1800" b="0" u="none" strike="noStrike">
                <a:solidFill>
                  <a:srgbClr val="000000"/>
                </a:solidFill>
                <a:uFillTx/>
                <a:latin typeface="Arial" panose="020B0604020202020204"/>
              </a:rPr>
              <a:t>Functional Components</a:t>
            </a:r>
            <a:endParaRPr lang="en-US" sz="1800" b="0" u="none" strike="noStrike">
              <a:solidFill>
                <a:srgbClr val="000000"/>
              </a:solidFill>
              <a:uFillTx/>
              <a:latin typeface="Arial" panose="020B0604020202020204"/>
            </a:endParaRPr>
          </a:p>
          <a:p>
            <a:pPr marL="431800" indent="-323850">
              <a:lnSpc>
                <a:spcPct val="100000"/>
              </a:lnSpc>
              <a:buClr>
                <a:srgbClr val="000000"/>
              </a:buClr>
              <a:buFont typeface="Wingdings" panose="05000000000000000000" pitchFamily="2" charset="2"/>
              <a:buChar char=""/>
            </a:pPr>
            <a:r>
              <a:rPr lang="en-US" sz="1800" b="0" u="none" strike="noStrike">
                <a:solidFill>
                  <a:srgbClr val="000000"/>
                </a:solidFill>
                <a:uFillTx/>
                <a:latin typeface="Arial" panose="020B0604020202020204"/>
              </a:rPr>
              <a:t>Hooks in Functional Components</a:t>
            </a:r>
            <a:endParaRPr lang="en-US" sz="1800" b="0" u="none" strike="noStrike">
              <a:solidFill>
                <a:srgbClr val="000000"/>
              </a:solidFill>
              <a:uFillTx/>
              <a:latin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PlaceHolder 1"/>
          <p:cNvSpPr>
            <a:spLocks noGrp="1"/>
          </p:cNvSpPr>
          <p:nvPr>
            <p:ph type="title"/>
          </p:nvPr>
        </p:nvSpPr>
        <p:spPr>
          <a:xfrm>
            <a:off x="504000" y="226080"/>
            <a:ext cx="9070560" cy="945360"/>
          </a:xfrm>
          <a:prstGeom prst="rect">
            <a:avLst/>
          </a:prstGeom>
          <a:noFill/>
          <a:ln w="0">
            <a:noFill/>
          </a:ln>
        </p:spPr>
        <p:txBody>
          <a:bodyPr lIns="0" tIns="0" rIns="0" bIns="0" anchor="ctr">
            <a:noAutofit/>
          </a:bodyPr>
          <a:lstStyle/>
          <a:p>
            <a:pPr indent="0" algn="ctr">
              <a:lnSpc>
                <a:spcPct val="100000"/>
              </a:lnSpc>
              <a:buNone/>
              <a:tabLst>
                <a:tab pos="0" algn="l"/>
              </a:tabLst>
            </a:pPr>
            <a:r>
              <a:rPr lang="en-US" sz="4400" b="0" u="none" strike="noStrike">
                <a:solidFill>
                  <a:srgbClr val="000000"/>
                </a:solidFill>
                <a:uFillTx/>
                <a:latin typeface="Arial" panose="020B0604020202020204"/>
              </a:rPr>
              <a:t>Class Components</a:t>
            </a:r>
            <a:endParaRPr lang="en-US" sz="4400" b="0" u="none" strike="noStrike">
              <a:solidFill>
                <a:srgbClr val="000000"/>
              </a:solidFill>
              <a:uFillTx/>
              <a:latin typeface="Arial" panose="020B0604020202020204"/>
            </a:endParaRPr>
          </a:p>
        </p:txBody>
      </p:sp>
      <p:sp>
        <p:nvSpPr>
          <p:cNvPr id="38" name="PlaceHolder 2"/>
          <p:cNvSpPr>
            <a:spLocks noGrp="1"/>
          </p:cNvSpPr>
          <p:nvPr>
            <p:ph/>
          </p:nvPr>
        </p:nvSpPr>
        <p:spPr>
          <a:xfrm>
            <a:off x="504000" y="1326600"/>
            <a:ext cx="9071280" cy="3287880"/>
          </a:xfrm>
          <a:prstGeom prst="rect">
            <a:avLst/>
          </a:prstGeom>
          <a:noFill/>
          <a:ln w="0">
            <a:noFill/>
          </a:ln>
        </p:spPr>
        <p:txBody>
          <a:bodyPr lIns="0" tIns="0" rIns="0" bIns="0" anchor="t">
            <a:normAutofit/>
          </a:bodyPr>
          <a:lstStyle/>
          <a:p>
            <a:pPr marL="431800" indent="-323850">
              <a:lnSpc>
                <a:spcPct val="100000"/>
              </a:lnSpc>
              <a:spcBef>
                <a:spcPts val="1190"/>
              </a:spcBef>
              <a:spcAft>
                <a:spcPts val="990"/>
              </a:spcAft>
              <a:buClr>
                <a:srgbClr val="000000"/>
              </a:buClr>
              <a:buSzPct val="45000"/>
              <a:buFont typeface="Wingdings" panose="05000000000000000000" pitchFamily="2" charset="2"/>
              <a:buChar char=""/>
            </a:pPr>
            <a:r>
              <a:rPr lang="en-US" sz="1100" b="0" u="none" strike="noStrike">
                <a:solidFill>
                  <a:srgbClr val="000000"/>
                </a:solidFill>
                <a:uFillTx/>
                <a:latin typeface="Arial" panose="020B0604020202020204"/>
              </a:rPr>
              <a:t>Class components in React are ES6 classes that extend React.Component and use the render() method to return JSX. </a:t>
            </a:r>
            <a:endParaRPr lang="en-US" sz="1100" b="0" u="none" strike="noStrike">
              <a:solidFill>
                <a:srgbClr val="000000"/>
              </a:solidFill>
              <a:uFillTx/>
              <a:latin typeface="Arial" panose="020B0604020202020204"/>
            </a:endParaRPr>
          </a:p>
          <a:p>
            <a:pPr marL="431800" indent="-323850">
              <a:lnSpc>
                <a:spcPct val="100000"/>
              </a:lnSpc>
              <a:spcBef>
                <a:spcPts val="1190"/>
              </a:spcBef>
              <a:spcAft>
                <a:spcPts val="990"/>
              </a:spcAft>
              <a:buClr>
                <a:srgbClr val="000000"/>
              </a:buClr>
              <a:buSzPct val="45000"/>
              <a:buFont typeface="Wingdings" panose="05000000000000000000" pitchFamily="2" charset="2"/>
              <a:buChar char=""/>
            </a:pPr>
            <a:r>
              <a:rPr lang="en-US" sz="1100" b="0" u="none" strike="noStrike">
                <a:solidFill>
                  <a:srgbClr val="000000"/>
                </a:solidFill>
                <a:uFillTx/>
                <a:latin typeface="Arial" panose="020B0604020202020204"/>
              </a:rPr>
              <a:t>They were commonly used before React Hooks, but functional components with hooks are now the preferred approach.</a:t>
            </a:r>
            <a:endParaRPr lang="en-US" sz="1100" b="0" u="none" strike="noStrike">
              <a:solidFill>
                <a:srgbClr val="000000"/>
              </a:solidFill>
              <a:uFillTx/>
              <a:latin typeface="Arial" panose="020B0604020202020204"/>
            </a:endParaRPr>
          </a:p>
          <a:p>
            <a:pPr marL="431800" indent="0">
              <a:lnSpc>
                <a:spcPct val="100000"/>
              </a:lnSpc>
              <a:spcBef>
                <a:spcPts val="1190"/>
              </a:spcBef>
              <a:spcAft>
                <a:spcPts val="990"/>
              </a:spcAft>
              <a:buNone/>
              <a:tabLst>
                <a:tab pos="0" algn="l"/>
              </a:tabLst>
            </a:pPr>
            <a:endParaRPr lang="en-US" sz="1100" b="0" u="none" strike="noStrike">
              <a:solidFill>
                <a:srgbClr val="000000"/>
              </a:solidFill>
              <a:uFillTx/>
              <a:latin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PlaceHolder 1"/>
          <p:cNvSpPr>
            <a:spLocks noGrp="1"/>
          </p:cNvSpPr>
          <p:nvPr>
            <p:ph type="title"/>
          </p:nvPr>
        </p:nvSpPr>
        <p:spPr>
          <a:xfrm>
            <a:off x="504000" y="226080"/>
            <a:ext cx="9070560" cy="945360"/>
          </a:xfrm>
          <a:prstGeom prst="rect">
            <a:avLst/>
          </a:prstGeom>
          <a:noFill/>
          <a:ln w="0">
            <a:noFill/>
          </a:ln>
        </p:spPr>
        <p:txBody>
          <a:bodyPr lIns="0" tIns="0" rIns="0" bIns="0" anchor="ctr">
            <a:noAutofit/>
          </a:bodyPr>
          <a:lstStyle/>
          <a:p>
            <a:pPr indent="0" algn="ctr">
              <a:lnSpc>
                <a:spcPct val="100000"/>
              </a:lnSpc>
              <a:buNone/>
              <a:tabLst>
                <a:tab pos="0" algn="l"/>
              </a:tabLst>
            </a:pPr>
            <a:r>
              <a:rPr lang="en-US" sz="4400" b="0" u="none" strike="noStrike">
                <a:solidFill>
                  <a:srgbClr val="000000"/>
                </a:solidFill>
                <a:uFillTx/>
                <a:latin typeface="Arial" panose="020B0604020202020204"/>
              </a:rPr>
              <a:t>Key Features in Class Components</a:t>
            </a:r>
            <a:endParaRPr lang="en-US" sz="4400" b="0" u="none" strike="noStrike">
              <a:solidFill>
                <a:srgbClr val="000000"/>
              </a:solidFill>
              <a:uFillTx/>
              <a:latin typeface="Arial" panose="020B0604020202020204"/>
            </a:endParaRPr>
          </a:p>
        </p:txBody>
      </p:sp>
      <p:sp>
        <p:nvSpPr>
          <p:cNvPr id="40" name="Rectangle 39"/>
          <p:cNvSpPr/>
          <p:nvPr/>
        </p:nvSpPr>
        <p:spPr>
          <a:xfrm>
            <a:off x="280080" y="1371600"/>
            <a:ext cx="10235160" cy="1205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spcBef>
                <a:spcPts val="625"/>
              </a:spcBef>
              <a:spcAft>
                <a:spcPts val="425"/>
              </a:spcAft>
            </a:pPr>
            <a:r>
              <a:rPr lang="en-US" sz="1100" b="1" u="none" strike="noStrike">
                <a:solidFill>
                  <a:srgbClr val="000000"/>
                </a:solidFill>
                <a:uFillTx/>
                <a:latin typeface="Arial" panose="020B0604020202020204"/>
              </a:rPr>
              <a:t>State</a:t>
            </a:r>
            <a:endParaRPr lang="en-US" sz="1100" b="0" u="none" strike="noStrike">
              <a:solidFill>
                <a:srgbClr val="000000"/>
              </a:solidFill>
              <a:uFillTx/>
              <a:latin typeface="Arial" panose="020B0604020202020204"/>
            </a:endParaRPr>
          </a:p>
          <a:p>
            <a:pPr marL="215900" indent="-215900">
              <a:lnSpc>
                <a:spcPct val="200000"/>
              </a:lnSpc>
              <a:buClr>
                <a:srgbClr val="000000"/>
              </a:buClr>
              <a:buSzPct val="45000"/>
              <a:buFont typeface="Wingdings" panose="05000000000000000000" pitchFamily="2" charset="2"/>
              <a:buChar char=""/>
            </a:pPr>
            <a:r>
              <a:rPr lang="en-US" sz="1100" b="0" u="none" strike="noStrike">
                <a:solidFill>
                  <a:srgbClr val="000000"/>
                </a:solidFill>
                <a:uFillTx/>
                <a:latin typeface="Arial" panose="020B0604020202020204"/>
              </a:rPr>
              <a:t>In React class components, state is an object that stores component-specific data and determines how the component renders and behaves.</a:t>
            </a:r>
            <a:endParaRPr lang="en-US" sz="1100" b="0" u="none" strike="noStrike">
              <a:solidFill>
                <a:srgbClr val="000000"/>
              </a:solidFill>
              <a:uFillTx/>
              <a:latin typeface="Arial" panose="020B0604020202020204"/>
            </a:endParaRPr>
          </a:p>
          <a:p>
            <a:pPr marL="215900" indent="-215900">
              <a:lnSpc>
                <a:spcPct val="200000"/>
              </a:lnSpc>
              <a:buClr>
                <a:srgbClr val="000000"/>
              </a:buClr>
              <a:buSzPct val="45000"/>
              <a:buFont typeface="Wingdings" panose="05000000000000000000" pitchFamily="2" charset="2"/>
              <a:buChar char=""/>
            </a:pPr>
            <a:r>
              <a:rPr lang="en-US" sz="1100" b="0" u="none" strike="noStrike">
                <a:solidFill>
                  <a:srgbClr val="000000"/>
                </a:solidFill>
                <a:uFillTx/>
                <a:latin typeface="Arial" panose="020B0604020202020204"/>
              </a:rPr>
              <a:t>State should never be modified directly (i.e., avoid this.state.count = 1). Instead, use this.setState(), which schedules a re-render. </a:t>
            </a:r>
            <a:endParaRPr lang="en-US" sz="1100" b="0" u="none" strike="noStrike">
              <a:solidFill>
                <a:srgbClr val="000000"/>
              </a:solidFill>
              <a:uFillTx/>
              <a:latin typeface="Arial" panose="020B0604020202020204"/>
            </a:endParaRPr>
          </a:p>
          <a:p>
            <a:pPr>
              <a:lnSpc>
                <a:spcPct val="200000"/>
              </a:lnSpc>
            </a:pPr>
            <a:endParaRPr lang="en-US" sz="1000" b="0" u="none" strike="noStrike">
              <a:solidFill>
                <a:srgbClr val="000000"/>
              </a:solidFill>
              <a:uFillTx/>
              <a:latin typeface="Arial" panose="020B0604020202020204"/>
            </a:endParaRPr>
          </a:p>
        </p:txBody>
      </p:sp>
      <p:sp>
        <p:nvSpPr>
          <p:cNvPr id="41" name="Rectangle 40"/>
          <p:cNvSpPr/>
          <p:nvPr/>
        </p:nvSpPr>
        <p:spPr>
          <a:xfrm>
            <a:off x="598320" y="2386800"/>
            <a:ext cx="4659120" cy="3099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r>
              <a:rPr lang="en-US" sz="1000" b="0" u="none" strike="noStrike">
                <a:solidFill>
                  <a:srgbClr val="00A933"/>
                </a:solidFill>
                <a:uFillTx/>
                <a:latin typeface="Liberation Mono;Courier New;DejaVu Sans Mono"/>
                <a:ea typeface="Liberation Mono;Courier New;DejaVu Sans Mono"/>
              </a:rPr>
              <a:t>import</a:t>
            </a:r>
            <a:r>
              <a:rPr lang="en-US" sz="1000" b="0" u="none" strike="noStrike">
                <a:solidFill>
                  <a:srgbClr val="000000"/>
                </a:solidFill>
                <a:uFillTx/>
                <a:latin typeface="Liberation Mono;Courier New;DejaVu Sans Mono"/>
                <a:ea typeface="Liberation Mono;Courier New;DejaVu Sans Mono"/>
              </a:rPr>
              <a:t> React, { Component } from "react";</a:t>
            </a:r>
            <a:endParaRPr lang="en-US" sz="1000" b="0" u="none" strike="noStrike">
              <a:solidFill>
                <a:srgbClr val="000000"/>
              </a:solidFill>
              <a:uFillTx/>
              <a:latin typeface="Arial" panose="020B0604020202020204"/>
            </a:endParaRPr>
          </a:p>
          <a:p>
            <a:pPr>
              <a:lnSpc>
                <a:spcPct val="100000"/>
              </a:lnSpc>
            </a:pPr>
            <a:r>
              <a:rPr lang="en-US" sz="1000" b="0" u="none" strike="noStrike">
                <a:solidFill>
                  <a:srgbClr val="158466"/>
                </a:solidFill>
                <a:uFillTx/>
                <a:latin typeface="Liberation Mono;Courier New;DejaVu Sans Mono"/>
                <a:ea typeface="Liberation Mono;Courier New;DejaVu Sans Mono"/>
              </a:rPr>
              <a:t>class</a:t>
            </a:r>
            <a:r>
              <a:rPr lang="en-US" sz="1000" b="0" u="none" strike="noStrike">
                <a:solidFill>
                  <a:srgbClr val="000000"/>
                </a:solidFill>
                <a:uFillTx/>
                <a:latin typeface="Liberation Mono;Courier New;DejaVu Sans Mono"/>
                <a:ea typeface="Liberation Mono;Courier New;DejaVu Sans Mono"/>
              </a:rPr>
              <a:t> MyComponent </a:t>
            </a:r>
            <a:r>
              <a:rPr lang="en-US" sz="1000" b="0" u="none" strike="noStrike">
                <a:solidFill>
                  <a:srgbClr val="00A933"/>
                </a:solidFill>
                <a:uFillTx/>
                <a:latin typeface="Liberation Mono;Courier New;DejaVu Sans Mono"/>
                <a:ea typeface="Liberation Mono;Courier New;DejaVu Sans Mono"/>
              </a:rPr>
              <a:t>extends</a:t>
            </a:r>
            <a:r>
              <a:rPr lang="en-US" sz="1000" b="0" u="none" strike="noStrike">
                <a:solidFill>
                  <a:srgbClr val="000000"/>
                </a:solidFill>
                <a:uFillTx/>
                <a:latin typeface="Liberation Mono;Courier New;DejaVu Sans Mono"/>
                <a:ea typeface="Liberation Mono;Courier New;DejaVu Sans Mono"/>
              </a:rPr>
              <a:t> Component {</a:t>
            </a:r>
            <a:endParaRPr lang="en-US" sz="1000" b="0" u="none" strike="noStrike">
              <a:solidFill>
                <a:srgbClr val="000000"/>
              </a:solidFill>
              <a:uFillTx/>
              <a:latin typeface="Arial" panose="020B0604020202020204"/>
            </a:endParaRPr>
          </a:p>
          <a:p>
            <a:pPr>
              <a:lnSpc>
                <a:spcPct val="100000"/>
              </a:lnSpc>
            </a:pPr>
            <a:r>
              <a:rPr lang="en-US" sz="1000" b="0" u="none" strike="noStrike">
                <a:solidFill>
                  <a:srgbClr val="000000"/>
                </a:solidFill>
                <a:uFillTx/>
                <a:latin typeface="Liberation Mono;Courier New;DejaVu Sans Mono"/>
                <a:ea typeface="Liberation Mono;Courier New;DejaVu Sans Mono"/>
              </a:rPr>
              <a:t>  constructor(props) {</a:t>
            </a:r>
            <a:endParaRPr lang="en-US" sz="1000" b="0" u="none" strike="noStrike">
              <a:solidFill>
                <a:srgbClr val="000000"/>
              </a:solidFill>
              <a:uFillTx/>
              <a:latin typeface="Arial" panose="020B0604020202020204"/>
            </a:endParaRPr>
          </a:p>
          <a:p>
            <a:pPr>
              <a:lnSpc>
                <a:spcPct val="100000"/>
              </a:lnSpc>
            </a:pPr>
            <a:r>
              <a:rPr lang="en-US" sz="1000" b="0" u="none" strike="noStrike">
                <a:solidFill>
                  <a:srgbClr val="000000"/>
                </a:solidFill>
                <a:uFillTx/>
                <a:latin typeface="Liberation Mono;Courier New;DejaVu Sans Mono"/>
                <a:ea typeface="Liberation Mono;Courier New;DejaVu Sans Mono"/>
              </a:rPr>
              <a:t>    </a:t>
            </a:r>
            <a:r>
              <a:rPr lang="en-US" sz="1000" b="0" u="none" strike="noStrike">
                <a:solidFill>
                  <a:srgbClr val="00A933"/>
                </a:solidFill>
                <a:uFillTx/>
                <a:latin typeface="Liberation Mono;Courier New;DejaVu Sans Mono"/>
                <a:ea typeface="Liberation Mono;Courier New;DejaVu Sans Mono"/>
              </a:rPr>
              <a:t>super</a:t>
            </a:r>
            <a:r>
              <a:rPr lang="en-US" sz="1000" b="0" u="none" strike="noStrike">
                <a:solidFill>
                  <a:srgbClr val="000000"/>
                </a:solidFill>
                <a:uFillTx/>
                <a:latin typeface="Liberation Mono;Courier New;DejaVu Sans Mono"/>
                <a:ea typeface="Liberation Mono;Courier New;DejaVu Sans Mono"/>
              </a:rPr>
              <a:t>(props);</a:t>
            </a:r>
            <a:endParaRPr lang="en-US" sz="1000" b="0" u="none" strike="noStrike">
              <a:solidFill>
                <a:srgbClr val="000000"/>
              </a:solidFill>
              <a:uFillTx/>
              <a:latin typeface="Arial" panose="020B0604020202020204"/>
            </a:endParaRPr>
          </a:p>
          <a:p>
            <a:pPr>
              <a:lnSpc>
                <a:spcPct val="100000"/>
              </a:lnSpc>
            </a:pPr>
            <a:r>
              <a:rPr lang="en-US" sz="1000" b="0" u="none" strike="noStrike">
                <a:solidFill>
                  <a:srgbClr val="000000"/>
                </a:solidFill>
                <a:uFillTx/>
                <a:latin typeface="Liberation Mono;Courier New;DejaVu Sans Mono"/>
                <a:ea typeface="Liberation Mono;Courier New;DejaVu Sans Mono"/>
              </a:rPr>
              <a:t>    </a:t>
            </a:r>
            <a:r>
              <a:rPr lang="en-US" sz="1000" b="0" u="none" strike="noStrike">
                <a:solidFill>
                  <a:srgbClr val="00A933"/>
                </a:solidFill>
                <a:uFillTx/>
                <a:latin typeface="Liberation Mono;Courier New;DejaVu Sans Mono"/>
                <a:ea typeface="Liberation Mono;Courier New;DejaVu Sans Mono"/>
              </a:rPr>
              <a:t>this</a:t>
            </a:r>
            <a:r>
              <a:rPr lang="en-US" sz="1000" b="0" u="none" strike="noStrike">
                <a:solidFill>
                  <a:srgbClr val="000000"/>
                </a:solidFill>
                <a:uFillTx/>
                <a:latin typeface="Liberation Mono;Courier New;DejaVu Sans Mono"/>
                <a:ea typeface="Liberation Mono;Courier New;DejaVu Sans Mono"/>
              </a:rPr>
              <a:t>.state = {</a:t>
            </a:r>
            <a:endParaRPr lang="en-US" sz="1000" b="0" u="none" strike="noStrike">
              <a:solidFill>
                <a:srgbClr val="000000"/>
              </a:solidFill>
              <a:uFillTx/>
              <a:latin typeface="Arial" panose="020B0604020202020204"/>
            </a:endParaRPr>
          </a:p>
          <a:p>
            <a:pPr>
              <a:lnSpc>
                <a:spcPct val="100000"/>
              </a:lnSpc>
            </a:pPr>
            <a:r>
              <a:rPr lang="en-US" sz="1000" b="0" u="none" strike="noStrike">
                <a:solidFill>
                  <a:srgbClr val="000000"/>
                </a:solidFill>
                <a:uFillTx/>
                <a:latin typeface="Liberation Mono;Courier New;DejaVu Sans Mono"/>
                <a:ea typeface="Liberation Mono;Courier New;DejaVu Sans Mono"/>
              </a:rPr>
              <a:t>      count: 0,</a:t>
            </a:r>
            <a:endParaRPr lang="en-US" sz="1000" b="0" u="none" strike="noStrike">
              <a:solidFill>
                <a:srgbClr val="000000"/>
              </a:solidFill>
              <a:uFillTx/>
              <a:latin typeface="Arial" panose="020B0604020202020204"/>
            </a:endParaRPr>
          </a:p>
          <a:p>
            <a:pPr>
              <a:lnSpc>
                <a:spcPct val="100000"/>
              </a:lnSpc>
            </a:pPr>
            <a:r>
              <a:rPr lang="en-US" sz="1000" b="0" u="none" strike="noStrike">
                <a:solidFill>
                  <a:srgbClr val="000000"/>
                </a:solidFill>
                <a:uFillTx/>
                <a:latin typeface="Liberation Mono;Courier New;DejaVu Sans Mono"/>
                <a:ea typeface="Liberation Mono;Courier New;DejaVu Sans Mono"/>
              </a:rPr>
              <a:t>    };</a:t>
            </a:r>
            <a:endParaRPr lang="en-US" sz="1000" b="0" u="none" strike="noStrike">
              <a:solidFill>
                <a:srgbClr val="000000"/>
              </a:solidFill>
              <a:uFillTx/>
              <a:latin typeface="Arial" panose="020B0604020202020204"/>
            </a:endParaRPr>
          </a:p>
          <a:p>
            <a:pPr>
              <a:lnSpc>
                <a:spcPct val="100000"/>
              </a:lnSpc>
            </a:pPr>
            <a:r>
              <a:rPr lang="en-US" sz="1000" b="0" u="none" strike="noStrike">
                <a:solidFill>
                  <a:srgbClr val="000000"/>
                </a:solidFill>
                <a:uFillTx/>
                <a:latin typeface="Liberation Mono;Courier New;DejaVu Sans Mono"/>
                <a:ea typeface="Liberation Mono;Courier New;DejaVu Sans Mono"/>
              </a:rPr>
              <a:t>  }</a:t>
            </a:r>
            <a:endParaRPr lang="en-US" sz="1000" b="0" u="none" strike="noStrike">
              <a:solidFill>
                <a:srgbClr val="000000"/>
              </a:solidFill>
              <a:uFillTx/>
              <a:latin typeface="Arial" panose="020B0604020202020204"/>
            </a:endParaRPr>
          </a:p>
          <a:p>
            <a:pPr>
              <a:lnSpc>
                <a:spcPct val="100000"/>
              </a:lnSpc>
            </a:pPr>
            <a:r>
              <a:rPr lang="en-US" sz="1000" b="0" u="none" strike="noStrike">
                <a:solidFill>
                  <a:srgbClr val="000000"/>
                </a:solidFill>
                <a:uFillTx/>
                <a:latin typeface="Liberation Mono;Courier New;DejaVu Sans Mono"/>
                <a:ea typeface="Liberation Mono;Courier New;DejaVu Sans Mono"/>
              </a:rPr>
              <a:t>  increment = () =&gt; {</a:t>
            </a:r>
            <a:endParaRPr lang="en-US" sz="1000" b="0" u="none" strike="noStrike">
              <a:solidFill>
                <a:srgbClr val="000000"/>
              </a:solidFill>
              <a:uFillTx/>
              <a:latin typeface="Arial" panose="020B0604020202020204"/>
            </a:endParaRPr>
          </a:p>
          <a:p>
            <a:pPr>
              <a:lnSpc>
                <a:spcPct val="100000"/>
              </a:lnSpc>
            </a:pPr>
            <a:r>
              <a:rPr lang="en-US" sz="1000" b="0" u="none" strike="noStrike">
                <a:solidFill>
                  <a:srgbClr val="000000"/>
                </a:solidFill>
                <a:uFillTx/>
                <a:latin typeface="Liberation Mono;Courier New;DejaVu Sans Mono"/>
                <a:ea typeface="Liberation Mono;Courier New;DejaVu Sans Mono"/>
              </a:rPr>
              <a:t>    </a:t>
            </a:r>
            <a:r>
              <a:rPr lang="en-US" sz="1000" b="0" u="none" strike="noStrike">
                <a:solidFill>
                  <a:srgbClr val="158466"/>
                </a:solidFill>
                <a:uFillTx/>
                <a:latin typeface="Liberation Mono;Courier New;DejaVu Sans Mono"/>
                <a:ea typeface="Liberation Mono;Courier New;DejaVu Sans Mono"/>
              </a:rPr>
              <a:t>this</a:t>
            </a:r>
            <a:r>
              <a:rPr lang="en-US" sz="1000" b="0" u="none" strike="noStrike">
                <a:solidFill>
                  <a:srgbClr val="000000"/>
                </a:solidFill>
                <a:uFillTx/>
                <a:latin typeface="Liberation Mono;Courier New;DejaVu Sans Mono"/>
                <a:ea typeface="Liberation Mono;Courier New;DejaVu Sans Mono"/>
              </a:rPr>
              <a:t>.setState({ count: </a:t>
            </a:r>
            <a:r>
              <a:rPr lang="en-US" sz="1000" b="0" u="none" strike="noStrike">
                <a:solidFill>
                  <a:srgbClr val="158466"/>
                </a:solidFill>
                <a:uFillTx/>
                <a:latin typeface="Liberation Mono;Courier New;DejaVu Sans Mono"/>
                <a:ea typeface="Liberation Mono;Courier New;DejaVu Sans Mono"/>
              </a:rPr>
              <a:t>this</a:t>
            </a:r>
            <a:r>
              <a:rPr lang="en-US" sz="1000" b="0" u="none" strike="noStrike">
                <a:solidFill>
                  <a:srgbClr val="000000"/>
                </a:solidFill>
                <a:uFillTx/>
                <a:latin typeface="Liberation Mono;Courier New;DejaVu Sans Mono"/>
                <a:ea typeface="Liberation Mono;Courier New;DejaVu Sans Mono"/>
              </a:rPr>
              <a:t>.state.count + 1 });</a:t>
            </a:r>
            <a:endParaRPr lang="en-US" sz="1000" b="0" u="none" strike="noStrike">
              <a:solidFill>
                <a:srgbClr val="000000"/>
              </a:solidFill>
              <a:uFillTx/>
              <a:latin typeface="Arial" panose="020B0604020202020204"/>
            </a:endParaRPr>
          </a:p>
          <a:p>
            <a:pPr>
              <a:lnSpc>
                <a:spcPct val="100000"/>
              </a:lnSpc>
            </a:pPr>
            <a:r>
              <a:rPr lang="en-US" sz="1000" b="0" u="none" strike="noStrike">
                <a:solidFill>
                  <a:srgbClr val="000000"/>
                </a:solidFill>
                <a:uFillTx/>
                <a:latin typeface="Liberation Mono;Courier New;DejaVu Sans Mono"/>
                <a:ea typeface="Liberation Mono;Courier New;DejaVu Sans Mono"/>
              </a:rPr>
              <a:t>  };</a:t>
            </a:r>
            <a:endParaRPr lang="en-US" sz="1000" b="0" u="none" strike="noStrike">
              <a:solidFill>
                <a:srgbClr val="000000"/>
              </a:solidFill>
              <a:uFillTx/>
              <a:latin typeface="Arial" panose="020B0604020202020204"/>
            </a:endParaRPr>
          </a:p>
          <a:p>
            <a:pPr>
              <a:lnSpc>
                <a:spcPct val="100000"/>
              </a:lnSpc>
            </a:pPr>
            <a:r>
              <a:rPr lang="en-US" sz="1000" b="0" u="none" strike="noStrike">
                <a:solidFill>
                  <a:srgbClr val="000000"/>
                </a:solidFill>
                <a:uFillTx/>
                <a:latin typeface="Liberation Mono;Courier New;DejaVu Sans Mono"/>
                <a:ea typeface="Liberation Mono;Courier New;DejaVu Sans Mono"/>
              </a:rPr>
              <a:t>  render() {</a:t>
            </a:r>
            <a:endParaRPr lang="en-US" sz="1000" b="0" u="none" strike="noStrike">
              <a:solidFill>
                <a:srgbClr val="000000"/>
              </a:solidFill>
              <a:uFillTx/>
              <a:latin typeface="Arial" panose="020B0604020202020204"/>
            </a:endParaRPr>
          </a:p>
          <a:p>
            <a:pPr>
              <a:lnSpc>
                <a:spcPct val="100000"/>
              </a:lnSpc>
            </a:pPr>
            <a:r>
              <a:rPr lang="en-US" sz="1000" b="0" u="none" strike="noStrike">
                <a:solidFill>
                  <a:srgbClr val="000000"/>
                </a:solidFill>
                <a:uFillTx/>
                <a:latin typeface="Liberation Mono;Courier New;DejaVu Sans Mono"/>
                <a:ea typeface="Liberation Mono;Courier New;DejaVu Sans Mono"/>
              </a:rPr>
              <a:t>    </a:t>
            </a:r>
            <a:r>
              <a:rPr lang="en-US" sz="1000" b="0" u="none" strike="noStrike">
                <a:solidFill>
                  <a:srgbClr val="158466"/>
                </a:solidFill>
                <a:uFillTx/>
                <a:latin typeface="Liberation Mono;Courier New;DejaVu Sans Mono"/>
                <a:ea typeface="Liberation Mono;Courier New;DejaVu Sans Mono"/>
              </a:rPr>
              <a:t>return</a:t>
            </a:r>
            <a:r>
              <a:rPr lang="en-US" sz="1000" b="0" u="none" strike="noStrike">
                <a:solidFill>
                  <a:srgbClr val="000000"/>
                </a:solidFill>
                <a:uFillTx/>
                <a:latin typeface="Liberation Mono;Courier New;DejaVu Sans Mono"/>
                <a:ea typeface="Liberation Mono;Courier New;DejaVu Sans Mono"/>
              </a:rPr>
              <a:t> (</a:t>
            </a:r>
            <a:endParaRPr lang="en-US" sz="1000" b="0" u="none" strike="noStrike">
              <a:solidFill>
                <a:srgbClr val="000000"/>
              </a:solidFill>
              <a:uFillTx/>
              <a:latin typeface="Arial" panose="020B0604020202020204"/>
            </a:endParaRPr>
          </a:p>
          <a:p>
            <a:pPr>
              <a:lnSpc>
                <a:spcPct val="100000"/>
              </a:lnSpc>
            </a:pPr>
            <a:r>
              <a:rPr lang="en-US" sz="1000" b="0" u="none" strike="noStrike">
                <a:solidFill>
                  <a:srgbClr val="000000"/>
                </a:solidFill>
                <a:uFillTx/>
                <a:latin typeface="Liberation Mono;Courier New;DejaVu Sans Mono"/>
                <a:ea typeface="Liberation Mono;Courier New;DejaVu Sans Mono"/>
              </a:rPr>
              <a:t>      &lt;div&gt;</a:t>
            </a:r>
            <a:endParaRPr lang="en-US" sz="1000" b="0" u="none" strike="noStrike">
              <a:solidFill>
                <a:srgbClr val="000000"/>
              </a:solidFill>
              <a:uFillTx/>
              <a:latin typeface="Arial" panose="020B0604020202020204"/>
            </a:endParaRPr>
          </a:p>
          <a:p>
            <a:pPr>
              <a:lnSpc>
                <a:spcPct val="100000"/>
              </a:lnSpc>
            </a:pPr>
            <a:r>
              <a:rPr lang="en-US" sz="1000" b="0" u="none" strike="noStrike">
                <a:solidFill>
                  <a:srgbClr val="000000"/>
                </a:solidFill>
                <a:uFillTx/>
                <a:latin typeface="Liberation Mono;Courier New;DejaVu Sans Mono"/>
                <a:ea typeface="Liberation Mono;Courier New;DejaVu Sans Mono"/>
              </a:rPr>
              <a:t>        &lt;h1&gt;Count: {</a:t>
            </a:r>
            <a:r>
              <a:rPr lang="en-US" sz="1000" b="0" u="none" strike="noStrike">
                <a:solidFill>
                  <a:srgbClr val="00A933"/>
                </a:solidFill>
                <a:uFillTx/>
                <a:latin typeface="Liberation Mono;Courier New;DejaVu Sans Mono"/>
                <a:ea typeface="Liberation Mono;Courier New;DejaVu Sans Mono"/>
              </a:rPr>
              <a:t>this</a:t>
            </a:r>
            <a:r>
              <a:rPr lang="en-US" sz="1000" b="0" u="none" strike="noStrike">
                <a:solidFill>
                  <a:srgbClr val="000000"/>
                </a:solidFill>
                <a:uFillTx/>
                <a:latin typeface="Liberation Mono;Courier New;DejaVu Sans Mono"/>
                <a:ea typeface="Liberation Mono;Courier New;DejaVu Sans Mono"/>
              </a:rPr>
              <a:t>.state.count}&lt;/h1&gt;</a:t>
            </a:r>
            <a:endParaRPr lang="en-US" sz="1000" b="0" u="none" strike="noStrike">
              <a:solidFill>
                <a:srgbClr val="000000"/>
              </a:solidFill>
              <a:uFillTx/>
              <a:latin typeface="Arial" panose="020B0604020202020204"/>
            </a:endParaRPr>
          </a:p>
          <a:p>
            <a:pPr>
              <a:lnSpc>
                <a:spcPct val="100000"/>
              </a:lnSpc>
            </a:pPr>
            <a:r>
              <a:rPr lang="en-US" sz="1000" b="0" u="none" strike="noStrike">
                <a:solidFill>
                  <a:srgbClr val="000000"/>
                </a:solidFill>
                <a:uFillTx/>
                <a:latin typeface="Liberation Mono;Courier New;DejaVu Sans Mono"/>
                <a:ea typeface="Liberation Mono;Courier New;DejaVu Sans Mono"/>
              </a:rPr>
              <a:t>        &lt;button onClick={</a:t>
            </a:r>
            <a:r>
              <a:rPr lang="en-US" sz="1000" b="0" u="none" strike="noStrike">
                <a:solidFill>
                  <a:srgbClr val="00A933"/>
                </a:solidFill>
                <a:uFillTx/>
                <a:latin typeface="Liberation Mono;Courier New;DejaVu Sans Mono"/>
                <a:ea typeface="Liberation Mono;Courier New;DejaVu Sans Mono"/>
              </a:rPr>
              <a:t>this</a:t>
            </a:r>
            <a:r>
              <a:rPr lang="en-US" sz="1000" b="0" u="none" strike="noStrike">
                <a:solidFill>
                  <a:srgbClr val="000000"/>
                </a:solidFill>
                <a:uFillTx/>
                <a:latin typeface="Liberation Mono;Courier New;DejaVu Sans Mono"/>
                <a:ea typeface="Liberation Mono;Courier New;DejaVu Sans Mono"/>
              </a:rPr>
              <a:t>.increment}&gt;Increment&lt;/button&gt;</a:t>
            </a:r>
            <a:endParaRPr lang="en-US" sz="1000" b="0" u="none" strike="noStrike">
              <a:solidFill>
                <a:srgbClr val="000000"/>
              </a:solidFill>
              <a:uFillTx/>
              <a:latin typeface="Arial" panose="020B0604020202020204"/>
            </a:endParaRPr>
          </a:p>
          <a:p>
            <a:pPr>
              <a:lnSpc>
                <a:spcPct val="100000"/>
              </a:lnSpc>
            </a:pPr>
            <a:r>
              <a:rPr lang="en-US" sz="1000" b="0" u="none" strike="noStrike">
                <a:solidFill>
                  <a:srgbClr val="000000"/>
                </a:solidFill>
                <a:uFillTx/>
                <a:latin typeface="Liberation Mono;Courier New;DejaVu Sans Mono"/>
                <a:ea typeface="Liberation Mono;Courier New;DejaVu Sans Mono"/>
              </a:rPr>
              <a:t>      &lt;/div&gt;</a:t>
            </a:r>
            <a:endParaRPr lang="en-US" sz="1000" b="0" u="none" strike="noStrike">
              <a:solidFill>
                <a:srgbClr val="000000"/>
              </a:solidFill>
              <a:uFillTx/>
              <a:latin typeface="Arial" panose="020B0604020202020204"/>
            </a:endParaRPr>
          </a:p>
          <a:p>
            <a:pPr>
              <a:lnSpc>
                <a:spcPct val="100000"/>
              </a:lnSpc>
            </a:pPr>
            <a:r>
              <a:rPr lang="en-US" sz="1000" b="0" u="none" strike="noStrike">
                <a:solidFill>
                  <a:srgbClr val="000000"/>
                </a:solidFill>
                <a:uFillTx/>
                <a:latin typeface="Liberation Mono;Courier New;DejaVu Sans Mono"/>
                <a:ea typeface="Liberation Mono;Courier New;DejaVu Sans Mono"/>
              </a:rPr>
              <a:t>    );</a:t>
            </a:r>
            <a:endParaRPr lang="en-US" sz="1000" b="0" u="none" strike="noStrike">
              <a:solidFill>
                <a:srgbClr val="000000"/>
              </a:solidFill>
              <a:uFillTx/>
              <a:latin typeface="Arial" panose="020B0604020202020204"/>
            </a:endParaRPr>
          </a:p>
          <a:p>
            <a:pPr>
              <a:lnSpc>
                <a:spcPct val="100000"/>
              </a:lnSpc>
            </a:pPr>
            <a:r>
              <a:rPr lang="en-US" sz="1000" b="0" u="none" strike="noStrike">
                <a:solidFill>
                  <a:srgbClr val="000000"/>
                </a:solidFill>
                <a:uFillTx/>
                <a:latin typeface="Liberation Mono;Courier New;DejaVu Sans Mono"/>
                <a:ea typeface="Liberation Mono;Courier New;DejaVu Sans Mono"/>
              </a:rPr>
              <a:t>  }</a:t>
            </a:r>
            <a:endParaRPr lang="en-US" sz="1000" b="0" u="none" strike="noStrike">
              <a:solidFill>
                <a:srgbClr val="000000"/>
              </a:solidFill>
              <a:uFillTx/>
              <a:latin typeface="Arial" panose="020B0604020202020204"/>
            </a:endParaRPr>
          </a:p>
          <a:p>
            <a:pPr>
              <a:lnSpc>
                <a:spcPct val="100000"/>
              </a:lnSpc>
            </a:pPr>
            <a:r>
              <a:rPr lang="en-US" sz="1000" b="0" u="none" strike="noStrike">
                <a:solidFill>
                  <a:srgbClr val="000000"/>
                </a:solidFill>
                <a:uFillTx/>
                <a:latin typeface="Liberation Mono;Courier New;DejaVu Sans Mono"/>
                <a:ea typeface="Liberation Mono;Courier New;DejaVu Sans Mono"/>
              </a:rPr>
              <a:t>}</a:t>
            </a:r>
            <a:endParaRPr lang="en-US" sz="1000" b="0" u="none" strike="noStrike">
              <a:solidFill>
                <a:srgbClr val="000000"/>
              </a:solidFill>
              <a:uFillTx/>
              <a:latin typeface="Arial" panose="020B0604020202020204"/>
            </a:endParaRPr>
          </a:p>
          <a:p>
            <a:pPr>
              <a:lnSpc>
                <a:spcPct val="100000"/>
              </a:lnSpc>
            </a:pPr>
            <a:r>
              <a:rPr lang="en-US" sz="1000" b="0" u="none" strike="noStrike">
                <a:solidFill>
                  <a:srgbClr val="00A933"/>
                </a:solidFill>
                <a:uFillTx/>
                <a:latin typeface="Liberation Mono;Courier New;DejaVu Sans Mono"/>
                <a:ea typeface="Liberation Mono;Courier New;DejaVu Sans Mono"/>
              </a:rPr>
              <a:t>export</a:t>
            </a:r>
            <a:r>
              <a:rPr lang="en-US" sz="1000" b="0" u="none" strike="noStrike">
                <a:solidFill>
                  <a:srgbClr val="000000"/>
                </a:solidFill>
                <a:uFillTx/>
                <a:latin typeface="Liberation Mono;Courier New;DejaVu Sans Mono"/>
                <a:ea typeface="Liberation Mono;Courier New;DejaVu Sans Mono"/>
              </a:rPr>
              <a:t> </a:t>
            </a:r>
            <a:r>
              <a:rPr lang="en-US" sz="1000" b="0" u="none" strike="noStrike">
                <a:solidFill>
                  <a:srgbClr val="00A933"/>
                </a:solidFill>
                <a:uFillTx/>
                <a:latin typeface="Liberation Mono;Courier New;DejaVu Sans Mono"/>
                <a:ea typeface="Liberation Mono;Courier New;DejaVu Sans Mono"/>
              </a:rPr>
              <a:t>default</a:t>
            </a:r>
            <a:r>
              <a:rPr lang="en-US" sz="1000" b="0" u="none" strike="noStrike">
                <a:solidFill>
                  <a:srgbClr val="000000"/>
                </a:solidFill>
                <a:uFillTx/>
                <a:latin typeface="Liberation Mono;Courier New;DejaVu Sans Mono"/>
                <a:ea typeface="Liberation Mono;Courier New;DejaVu Sans Mono"/>
              </a:rPr>
              <a:t> MyComponent; </a:t>
            </a:r>
            <a:endParaRPr lang="en-US" sz="1000" b="0" u="none" strike="noStrike">
              <a:solidFill>
                <a:srgbClr val="000000"/>
              </a:solidFill>
              <a:uFillTx/>
              <a:latin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PlaceHolder 1"/>
          <p:cNvSpPr>
            <a:spLocks noGrp="1"/>
          </p:cNvSpPr>
          <p:nvPr>
            <p:ph type="title"/>
          </p:nvPr>
        </p:nvSpPr>
        <p:spPr>
          <a:xfrm>
            <a:off x="504000" y="226080"/>
            <a:ext cx="9070560" cy="945360"/>
          </a:xfrm>
          <a:prstGeom prst="rect">
            <a:avLst/>
          </a:prstGeom>
          <a:noFill/>
          <a:ln w="0">
            <a:noFill/>
          </a:ln>
        </p:spPr>
        <p:txBody>
          <a:bodyPr lIns="0" tIns="0" rIns="0" bIns="0" anchor="ctr">
            <a:noAutofit/>
          </a:bodyPr>
          <a:lstStyle/>
          <a:p>
            <a:pPr indent="0" algn="ctr">
              <a:lnSpc>
                <a:spcPct val="100000"/>
              </a:lnSpc>
              <a:buNone/>
              <a:tabLst>
                <a:tab pos="0" algn="l"/>
              </a:tabLst>
            </a:pPr>
            <a:r>
              <a:rPr lang="en-US" sz="4400" b="0" u="none" strike="noStrike">
                <a:solidFill>
                  <a:srgbClr val="000000"/>
                </a:solidFill>
                <a:uFillTx/>
                <a:latin typeface="Arial" panose="020B0604020202020204"/>
              </a:rPr>
              <a:t>Key Features in Class Components</a:t>
            </a:r>
            <a:endParaRPr lang="en-US" sz="4400" b="0" u="none" strike="noStrike">
              <a:solidFill>
                <a:srgbClr val="000000"/>
              </a:solidFill>
              <a:uFillTx/>
              <a:latin typeface="Arial" panose="020B0604020202020204"/>
            </a:endParaRPr>
          </a:p>
        </p:txBody>
      </p:sp>
      <p:sp>
        <p:nvSpPr>
          <p:cNvPr id="43" name="Rectangle 42"/>
          <p:cNvSpPr/>
          <p:nvPr/>
        </p:nvSpPr>
        <p:spPr>
          <a:xfrm>
            <a:off x="280080" y="1371600"/>
            <a:ext cx="10235160" cy="1820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spcBef>
                <a:spcPts val="625"/>
              </a:spcBef>
              <a:spcAft>
                <a:spcPts val="425"/>
              </a:spcAft>
            </a:pPr>
            <a:r>
              <a:rPr lang="en-US" sz="1100" b="1" u="none" strike="noStrike">
                <a:solidFill>
                  <a:srgbClr val="000000"/>
                </a:solidFill>
                <a:uFillTx/>
                <a:latin typeface="Arial" panose="020B0604020202020204"/>
                <a:ea typeface="Microsoft YaHei" panose="020B0503020204020204" charset="-122"/>
              </a:rPr>
              <a:t>Props</a:t>
            </a:r>
            <a:endParaRPr lang="en-US" sz="1100" b="0" u="none" strike="noStrike">
              <a:solidFill>
                <a:srgbClr val="000000"/>
              </a:solidFill>
              <a:uFillTx/>
              <a:latin typeface="Arial" panose="020B0604020202020204"/>
            </a:endParaRPr>
          </a:p>
          <a:p>
            <a:pPr marL="215900" indent="-215900">
              <a:lnSpc>
                <a:spcPct val="200000"/>
              </a:lnSpc>
              <a:buClr>
                <a:srgbClr val="000000"/>
              </a:buClr>
              <a:buSzPct val="45000"/>
              <a:buFont typeface="Wingdings" panose="05000000000000000000" pitchFamily="2" charset="2"/>
              <a:buChar char=""/>
            </a:pPr>
            <a:r>
              <a:rPr lang="en-US" sz="1100" b="0" u="none" strike="noStrike">
                <a:solidFill>
                  <a:srgbClr val="000000"/>
                </a:solidFill>
                <a:uFillTx/>
                <a:latin typeface="Arial" panose="020B0604020202020204"/>
                <a:ea typeface="Microsoft YaHei" panose="020B0503020204020204" charset="-122"/>
              </a:rPr>
              <a:t>Props (short for "properties") are read-only inputs that allow data to be passed from a parent component to a child component in React.</a:t>
            </a:r>
            <a:endParaRPr lang="en-US" sz="1100" b="0" u="none" strike="noStrike">
              <a:solidFill>
                <a:srgbClr val="000000"/>
              </a:solidFill>
              <a:uFillTx/>
              <a:latin typeface="Arial" panose="020B0604020202020204"/>
            </a:endParaRPr>
          </a:p>
          <a:p>
            <a:pPr marL="215900" indent="-215900">
              <a:lnSpc>
                <a:spcPct val="200000"/>
              </a:lnSpc>
              <a:buClr>
                <a:srgbClr val="000000"/>
              </a:buClr>
              <a:buSzPct val="45000"/>
              <a:buFont typeface="Wingdings" panose="05000000000000000000" pitchFamily="2" charset="2"/>
              <a:buChar char=""/>
            </a:pPr>
            <a:r>
              <a:rPr lang="en-US" sz="1100" b="0" u="none" strike="noStrike">
                <a:solidFill>
                  <a:srgbClr val="000000"/>
                </a:solidFill>
                <a:uFillTx/>
                <a:latin typeface="Arial" panose="020B0604020202020204"/>
                <a:ea typeface="Microsoft YaHei" panose="020B0503020204020204" charset="-122"/>
              </a:rPr>
              <a:t>Props are immutable and cannot be modified by the receiving component.</a:t>
            </a:r>
            <a:endParaRPr lang="en-US" sz="1100" b="0" u="none" strike="noStrike">
              <a:solidFill>
                <a:srgbClr val="000000"/>
              </a:solidFill>
              <a:uFillTx/>
              <a:latin typeface="Arial" panose="020B0604020202020204"/>
            </a:endParaRPr>
          </a:p>
          <a:p>
            <a:pPr>
              <a:lnSpc>
                <a:spcPct val="200000"/>
              </a:lnSpc>
              <a:spcBef>
                <a:spcPts val="1190"/>
              </a:spcBef>
              <a:spcAft>
                <a:spcPts val="990"/>
              </a:spcAft>
            </a:pPr>
            <a:endParaRPr lang="en-US" sz="1100" b="0" u="none" strike="noStrike">
              <a:solidFill>
                <a:srgbClr val="000000"/>
              </a:solidFill>
              <a:uFillTx/>
              <a:latin typeface="Arial" panose="020B0604020202020204"/>
            </a:endParaRPr>
          </a:p>
          <a:p>
            <a:pPr>
              <a:lnSpc>
                <a:spcPct val="200000"/>
              </a:lnSpc>
            </a:pPr>
            <a:endParaRPr lang="en-US" sz="1100" b="0" u="none" strike="noStrike">
              <a:solidFill>
                <a:srgbClr val="000000"/>
              </a:solidFill>
              <a:uFillTx/>
              <a:latin typeface="Arial" panose="020B0604020202020204"/>
            </a:endParaRPr>
          </a:p>
        </p:txBody>
      </p:sp>
      <p:sp>
        <p:nvSpPr>
          <p:cNvPr id="44" name="Rectangle 43"/>
          <p:cNvSpPr/>
          <p:nvPr/>
        </p:nvSpPr>
        <p:spPr>
          <a:xfrm>
            <a:off x="369360" y="2560680"/>
            <a:ext cx="8317080" cy="2239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r>
              <a:rPr lang="en-US" sz="1000" b="0" u="none" strike="noStrike">
                <a:solidFill>
                  <a:srgbClr val="00A933"/>
                </a:solidFill>
                <a:uFillTx/>
                <a:latin typeface="Liberation Mono;Courier New;DejaVu Sans Mono"/>
              </a:rPr>
              <a:t>import</a:t>
            </a:r>
            <a:r>
              <a:rPr lang="en-US" sz="1000" b="0" u="none" strike="noStrike">
                <a:solidFill>
                  <a:srgbClr val="000000"/>
                </a:solidFill>
                <a:uFillTx/>
                <a:latin typeface="Liberation Mono;Courier New;DejaVu Sans Mono"/>
              </a:rPr>
              <a:t> React, { Component } from "react";</a:t>
            </a:r>
            <a:endParaRPr lang="en-US" sz="1000" b="0" u="none" strike="noStrike">
              <a:solidFill>
                <a:srgbClr val="000000"/>
              </a:solidFill>
              <a:uFillTx/>
              <a:latin typeface="Arial" panose="020B0604020202020204"/>
            </a:endParaRPr>
          </a:p>
          <a:p>
            <a:pPr>
              <a:lnSpc>
                <a:spcPct val="100000"/>
              </a:lnSpc>
            </a:pPr>
            <a:r>
              <a:rPr lang="en-US" sz="1000" b="0" u="none" strike="noStrike">
                <a:solidFill>
                  <a:srgbClr val="00A933"/>
                </a:solidFill>
                <a:uFillTx/>
                <a:latin typeface="Liberation Mono;Courier New;DejaVu Sans Mono"/>
              </a:rPr>
              <a:t>class</a:t>
            </a:r>
            <a:r>
              <a:rPr lang="en-US" sz="1000" b="0" u="none" strike="noStrike">
                <a:solidFill>
                  <a:srgbClr val="000000"/>
                </a:solidFill>
                <a:uFillTx/>
                <a:latin typeface="Liberation Mono;Courier New;DejaVu Sans Mono"/>
              </a:rPr>
              <a:t> Greeting extends Component {</a:t>
            </a:r>
            <a:endParaRPr lang="en-US" sz="1000" b="0" u="none" strike="noStrike">
              <a:solidFill>
                <a:srgbClr val="000000"/>
              </a:solidFill>
              <a:uFillTx/>
              <a:latin typeface="Arial" panose="020B0604020202020204"/>
            </a:endParaRPr>
          </a:p>
          <a:p>
            <a:pPr>
              <a:lnSpc>
                <a:spcPct val="100000"/>
              </a:lnSpc>
            </a:pPr>
            <a:r>
              <a:rPr lang="en-US" sz="1000" b="0" u="none" strike="noStrike">
                <a:solidFill>
                  <a:srgbClr val="000000"/>
                </a:solidFill>
                <a:uFillTx/>
                <a:latin typeface="Liberation Mono;Courier New;DejaVu Sans Mono"/>
              </a:rPr>
              <a:t>  constructor(props) {</a:t>
            </a:r>
            <a:endParaRPr lang="en-US" sz="1000" b="0" u="none" strike="noStrike">
              <a:solidFill>
                <a:srgbClr val="000000"/>
              </a:solidFill>
              <a:uFillTx/>
              <a:latin typeface="Arial" panose="020B0604020202020204"/>
            </a:endParaRPr>
          </a:p>
          <a:p>
            <a:pPr>
              <a:lnSpc>
                <a:spcPct val="100000"/>
              </a:lnSpc>
            </a:pPr>
            <a:r>
              <a:rPr lang="en-US" sz="1000" b="0" u="none" strike="noStrike">
                <a:solidFill>
                  <a:srgbClr val="000000"/>
                </a:solidFill>
                <a:uFillTx/>
                <a:latin typeface="Liberation Mono;Courier New;DejaVu Sans Mono"/>
              </a:rPr>
              <a:t>    </a:t>
            </a:r>
            <a:r>
              <a:rPr lang="en-US" sz="1000" b="0" u="none" strike="noStrike">
                <a:solidFill>
                  <a:srgbClr val="00A933"/>
                </a:solidFill>
                <a:uFillTx/>
                <a:latin typeface="Liberation Mono;Courier New;DejaVu Sans Mono"/>
              </a:rPr>
              <a:t>super</a:t>
            </a:r>
            <a:r>
              <a:rPr lang="en-US" sz="1000" b="0" u="none" strike="noStrike">
                <a:solidFill>
                  <a:srgbClr val="000000"/>
                </a:solidFill>
                <a:uFillTx/>
                <a:latin typeface="Liberation Mono;Courier New;DejaVu Sans Mono"/>
              </a:rPr>
              <a:t>(props);</a:t>
            </a:r>
            <a:endParaRPr lang="en-US" sz="1000" b="0" u="none" strike="noStrike">
              <a:solidFill>
                <a:srgbClr val="000000"/>
              </a:solidFill>
              <a:uFillTx/>
              <a:latin typeface="Arial" panose="020B0604020202020204"/>
            </a:endParaRPr>
          </a:p>
          <a:p>
            <a:pPr>
              <a:lnSpc>
                <a:spcPct val="100000"/>
              </a:lnSpc>
            </a:pPr>
            <a:r>
              <a:rPr lang="en-US" sz="1000" b="0" u="none" strike="noStrike">
                <a:solidFill>
                  <a:srgbClr val="000000"/>
                </a:solidFill>
                <a:uFillTx/>
                <a:latin typeface="Liberation Mono;Courier New;DejaVu Sans Mono"/>
              </a:rPr>
              <a:t>    console.log("Constructor: Props received -", props);</a:t>
            </a:r>
            <a:endParaRPr lang="en-US" sz="1000" b="0" u="none" strike="noStrike">
              <a:solidFill>
                <a:srgbClr val="000000"/>
              </a:solidFill>
              <a:uFillTx/>
              <a:latin typeface="Arial" panose="020B0604020202020204"/>
            </a:endParaRPr>
          </a:p>
          <a:p>
            <a:pPr>
              <a:lnSpc>
                <a:spcPct val="100000"/>
              </a:lnSpc>
            </a:pPr>
            <a:r>
              <a:rPr lang="en-US" sz="1000" b="0" u="none" strike="noStrike">
                <a:solidFill>
                  <a:srgbClr val="000000"/>
                </a:solidFill>
                <a:uFillTx/>
                <a:latin typeface="Liberation Mono;Courier New;DejaVu Sans Mono"/>
              </a:rPr>
              <a:t>  }</a:t>
            </a:r>
            <a:endParaRPr lang="en-US" sz="1000" b="0" u="none" strike="noStrike">
              <a:solidFill>
                <a:srgbClr val="000000"/>
              </a:solidFill>
              <a:uFillTx/>
              <a:latin typeface="Arial" panose="020B0604020202020204"/>
            </a:endParaRPr>
          </a:p>
          <a:p>
            <a:pPr>
              <a:lnSpc>
                <a:spcPct val="100000"/>
              </a:lnSpc>
            </a:pPr>
            <a:r>
              <a:rPr lang="en-US" sz="1000" b="0" u="none" strike="noStrike">
                <a:solidFill>
                  <a:srgbClr val="000000"/>
                </a:solidFill>
                <a:uFillTx/>
                <a:latin typeface="Liberation Mono;Courier New;DejaVu Sans Mono"/>
              </a:rPr>
              <a:t>  render() {</a:t>
            </a:r>
            <a:endParaRPr lang="en-US" sz="1000" b="0" u="none" strike="noStrike">
              <a:solidFill>
                <a:srgbClr val="000000"/>
              </a:solidFill>
              <a:uFillTx/>
              <a:latin typeface="Arial" panose="020B0604020202020204"/>
            </a:endParaRPr>
          </a:p>
          <a:p>
            <a:pPr>
              <a:lnSpc>
                <a:spcPct val="100000"/>
              </a:lnSpc>
            </a:pPr>
            <a:r>
              <a:rPr lang="en-US" sz="1000" b="0" u="none" strike="noStrike">
                <a:solidFill>
                  <a:srgbClr val="000000"/>
                </a:solidFill>
                <a:uFillTx/>
                <a:latin typeface="Liberation Mono;Courier New;DejaVu Sans Mono"/>
              </a:rPr>
              <a:t>    return &lt;h1&gt;Hello, {</a:t>
            </a:r>
            <a:r>
              <a:rPr lang="en-US" sz="1000" b="0" u="none" strike="noStrike">
                <a:solidFill>
                  <a:srgbClr val="00A933"/>
                </a:solidFill>
                <a:uFillTx/>
                <a:latin typeface="Liberation Mono;Courier New;DejaVu Sans Mono"/>
              </a:rPr>
              <a:t>this</a:t>
            </a:r>
            <a:r>
              <a:rPr lang="en-US" sz="1000" b="0" u="none" strike="noStrike">
                <a:solidFill>
                  <a:srgbClr val="000000"/>
                </a:solidFill>
                <a:uFillTx/>
                <a:latin typeface="Liberation Mono;Courier New;DejaVu Sans Mono"/>
              </a:rPr>
              <a:t>.props.name}!&lt;/h1&gt;;</a:t>
            </a:r>
            <a:endParaRPr lang="en-US" sz="1000" b="0" u="none" strike="noStrike">
              <a:solidFill>
                <a:srgbClr val="000000"/>
              </a:solidFill>
              <a:uFillTx/>
              <a:latin typeface="Arial" panose="020B0604020202020204"/>
            </a:endParaRPr>
          </a:p>
          <a:p>
            <a:pPr>
              <a:lnSpc>
                <a:spcPct val="100000"/>
              </a:lnSpc>
            </a:pPr>
            <a:r>
              <a:rPr lang="en-US" sz="1000" b="0" u="none" strike="noStrike">
                <a:solidFill>
                  <a:srgbClr val="000000"/>
                </a:solidFill>
                <a:uFillTx/>
                <a:latin typeface="Liberation Mono;Courier New;DejaVu Sans Mono"/>
              </a:rPr>
              <a:t>  }</a:t>
            </a:r>
            <a:endParaRPr lang="en-US" sz="1000" b="0" u="none" strike="noStrike">
              <a:solidFill>
                <a:srgbClr val="000000"/>
              </a:solidFill>
              <a:uFillTx/>
              <a:latin typeface="Arial" panose="020B0604020202020204"/>
            </a:endParaRPr>
          </a:p>
          <a:p>
            <a:pPr>
              <a:lnSpc>
                <a:spcPct val="100000"/>
              </a:lnSpc>
            </a:pPr>
            <a:r>
              <a:rPr lang="en-US" sz="1000" b="0" u="none" strike="noStrike">
                <a:solidFill>
                  <a:srgbClr val="000000"/>
                </a:solidFill>
                <a:uFillTx/>
                <a:latin typeface="Liberation Mono;Courier New;DejaVu Sans Mono"/>
              </a:rPr>
              <a:t>}</a:t>
            </a:r>
            <a:endParaRPr lang="en-US" sz="1000" b="0" u="none" strike="noStrike">
              <a:solidFill>
                <a:srgbClr val="000000"/>
              </a:solidFill>
              <a:uFillTx/>
              <a:latin typeface="Arial" panose="020B0604020202020204"/>
            </a:endParaRPr>
          </a:p>
          <a:p>
            <a:pPr>
              <a:lnSpc>
                <a:spcPct val="100000"/>
              </a:lnSpc>
            </a:pPr>
            <a:r>
              <a:rPr lang="en-US" sz="1000" b="0" u="none" strike="noStrike">
                <a:solidFill>
                  <a:srgbClr val="00A933"/>
                </a:solidFill>
                <a:uFillTx/>
                <a:latin typeface="Liberation Mono;Courier New;DejaVu Sans Mono"/>
              </a:rPr>
              <a:t>// Parent Component</a:t>
            </a:r>
            <a:endParaRPr lang="en-US" sz="1000" b="0" u="none" strike="noStrike">
              <a:solidFill>
                <a:srgbClr val="000000"/>
              </a:solidFill>
              <a:uFillTx/>
              <a:latin typeface="Arial" panose="020B0604020202020204"/>
            </a:endParaRPr>
          </a:p>
          <a:p>
            <a:pPr>
              <a:lnSpc>
                <a:spcPct val="100000"/>
              </a:lnSpc>
            </a:pPr>
            <a:r>
              <a:rPr lang="en-US" sz="1000" b="0" u="none" strike="noStrike">
                <a:solidFill>
                  <a:srgbClr val="000000"/>
                </a:solidFill>
                <a:uFillTx/>
                <a:latin typeface="Liberation Mono;Courier New;DejaVu Sans Mono"/>
              </a:rPr>
              <a:t>const App = () =&gt; {</a:t>
            </a:r>
            <a:endParaRPr lang="en-US" sz="1000" b="0" u="none" strike="noStrike">
              <a:solidFill>
                <a:srgbClr val="000000"/>
              </a:solidFill>
              <a:uFillTx/>
              <a:latin typeface="Arial" panose="020B0604020202020204"/>
            </a:endParaRPr>
          </a:p>
          <a:p>
            <a:pPr>
              <a:lnSpc>
                <a:spcPct val="100000"/>
              </a:lnSpc>
            </a:pPr>
            <a:r>
              <a:rPr lang="en-US" sz="1000" b="0" u="none" strike="noStrike">
                <a:solidFill>
                  <a:srgbClr val="000000"/>
                </a:solidFill>
                <a:uFillTx/>
                <a:latin typeface="Liberation Mono;Courier New;DejaVu Sans Mono"/>
              </a:rPr>
              <a:t>  return &lt;Greeting name="Alice" /&gt;;</a:t>
            </a:r>
            <a:endParaRPr lang="en-US" sz="1000" b="0" u="none" strike="noStrike">
              <a:solidFill>
                <a:srgbClr val="000000"/>
              </a:solidFill>
              <a:uFillTx/>
              <a:latin typeface="Arial" panose="020B0604020202020204"/>
            </a:endParaRPr>
          </a:p>
          <a:p>
            <a:pPr>
              <a:lnSpc>
                <a:spcPct val="100000"/>
              </a:lnSpc>
            </a:pPr>
            <a:r>
              <a:rPr lang="en-US" sz="1000" b="0" u="none" strike="noStrike">
                <a:solidFill>
                  <a:srgbClr val="000000"/>
                </a:solidFill>
                <a:uFillTx/>
                <a:latin typeface="Liberation Mono;Courier New;DejaVu Sans Mono"/>
              </a:rPr>
              <a:t>};</a:t>
            </a:r>
            <a:endParaRPr lang="en-US" sz="1000" b="0" u="none" strike="noStrike">
              <a:solidFill>
                <a:srgbClr val="000000"/>
              </a:solidFill>
              <a:uFillTx/>
              <a:latin typeface="Arial" panose="020B0604020202020204"/>
            </a:endParaRPr>
          </a:p>
          <a:p>
            <a:pPr>
              <a:lnSpc>
                <a:spcPct val="100000"/>
              </a:lnSpc>
            </a:pPr>
            <a:r>
              <a:rPr lang="en-US" sz="1000" b="0" u="none" strike="noStrike">
                <a:solidFill>
                  <a:srgbClr val="00A933"/>
                </a:solidFill>
                <a:uFillTx/>
                <a:latin typeface="Liberation Mono;Courier New;DejaVu Sans Mono"/>
              </a:rPr>
              <a:t>export</a:t>
            </a:r>
            <a:r>
              <a:rPr lang="en-US" sz="1000" b="0" u="none" strike="noStrike">
                <a:solidFill>
                  <a:srgbClr val="000000"/>
                </a:solidFill>
                <a:uFillTx/>
                <a:latin typeface="Liberation Mono;Courier New;DejaVu Sans Mono"/>
              </a:rPr>
              <a:t> </a:t>
            </a:r>
            <a:r>
              <a:rPr lang="en-US" sz="1000" b="0" u="none" strike="noStrike">
                <a:solidFill>
                  <a:srgbClr val="00A933"/>
                </a:solidFill>
                <a:uFillTx/>
                <a:latin typeface="Liberation Mono;Courier New;DejaVu Sans Mono"/>
              </a:rPr>
              <a:t>default</a:t>
            </a:r>
            <a:r>
              <a:rPr lang="en-US" sz="1000" b="0" u="none" strike="noStrike">
                <a:solidFill>
                  <a:srgbClr val="000000"/>
                </a:solidFill>
                <a:uFillTx/>
                <a:latin typeface="Liberation Mono;Courier New;DejaVu Sans Mono"/>
              </a:rPr>
              <a:t> App; </a:t>
            </a:r>
            <a:endParaRPr lang="en-US" sz="1000" b="0" u="none" strike="noStrike">
              <a:solidFill>
                <a:srgbClr val="000000"/>
              </a:solidFill>
              <a:uFillTx/>
              <a:latin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PlaceHolder 1"/>
          <p:cNvSpPr>
            <a:spLocks noGrp="1"/>
          </p:cNvSpPr>
          <p:nvPr>
            <p:ph type="title"/>
          </p:nvPr>
        </p:nvSpPr>
        <p:spPr>
          <a:xfrm>
            <a:off x="504000" y="74160"/>
            <a:ext cx="9070560" cy="1249200"/>
          </a:xfrm>
          <a:prstGeom prst="rect">
            <a:avLst/>
          </a:prstGeom>
          <a:noFill/>
          <a:ln w="0">
            <a:noFill/>
          </a:ln>
        </p:spPr>
        <p:txBody>
          <a:bodyPr lIns="0" tIns="0" rIns="0" bIns="0" anchor="ctr">
            <a:noAutofit/>
          </a:bodyPr>
          <a:lstStyle/>
          <a:p>
            <a:pPr indent="0" algn="ctr">
              <a:lnSpc>
                <a:spcPct val="100000"/>
              </a:lnSpc>
              <a:buNone/>
              <a:tabLst>
                <a:tab pos="0" algn="l"/>
              </a:tabLst>
            </a:pPr>
            <a:r>
              <a:rPr lang="en-US" sz="4400" b="0" u="none" strike="noStrike">
                <a:solidFill>
                  <a:srgbClr val="000000"/>
                </a:solidFill>
                <a:uFillTx/>
                <a:latin typeface="Arial" panose="020B0604020202020204"/>
              </a:rPr>
              <a:t>Lifecycle Methods in Class Components</a:t>
            </a:r>
            <a:endParaRPr lang="en-US" sz="4400" b="0" u="none" strike="noStrike">
              <a:solidFill>
                <a:srgbClr val="000000"/>
              </a:solidFill>
              <a:uFillTx/>
              <a:latin typeface="Arial" panose="020B0604020202020204"/>
            </a:endParaRPr>
          </a:p>
        </p:txBody>
      </p:sp>
      <p:sp>
        <p:nvSpPr>
          <p:cNvPr id="46" name="PlaceHolder 2"/>
          <p:cNvSpPr>
            <a:spLocks noGrp="1"/>
          </p:cNvSpPr>
          <p:nvPr>
            <p:ph type="subTitle"/>
          </p:nvPr>
        </p:nvSpPr>
        <p:spPr>
          <a:xfrm>
            <a:off x="504000" y="1326600"/>
            <a:ext cx="9070560" cy="2915280"/>
          </a:xfrm>
          <a:prstGeom prst="rect">
            <a:avLst/>
          </a:prstGeom>
          <a:noFill/>
          <a:ln w="0">
            <a:noFill/>
          </a:ln>
        </p:spPr>
        <p:txBody>
          <a:bodyPr lIns="0" tIns="0" rIns="0" bIns="0" anchor="t">
            <a:noAutofit/>
          </a:bodyPr>
          <a:lstStyle/>
          <a:p>
            <a:pPr indent="0">
              <a:lnSpc>
                <a:spcPct val="100000"/>
              </a:lnSpc>
              <a:spcBef>
                <a:spcPts val="1190"/>
              </a:spcBef>
              <a:spcAft>
                <a:spcPts val="990"/>
              </a:spcAft>
              <a:buNone/>
              <a:tabLst>
                <a:tab pos="0" algn="l"/>
              </a:tabLst>
            </a:pPr>
            <a:r>
              <a:rPr lang="en-US" sz="1100" b="0" u="none" strike="noStrike">
                <a:solidFill>
                  <a:srgbClr val="000000"/>
                </a:solidFill>
                <a:uFillTx/>
                <a:latin typeface="Arial" panose="020B0604020202020204"/>
              </a:rPr>
              <a:t>React class components have three main lifecycle phases:</a:t>
            </a:r>
            <a:endParaRPr lang="en-US" sz="1100" b="0" u="none" strike="noStrike">
              <a:solidFill>
                <a:srgbClr val="000000"/>
              </a:solidFill>
              <a:uFillTx/>
              <a:latin typeface="Arial" panose="020B0604020202020204"/>
            </a:endParaRPr>
          </a:p>
          <a:p>
            <a:pPr indent="0">
              <a:lnSpc>
                <a:spcPct val="100000"/>
              </a:lnSpc>
              <a:spcBef>
                <a:spcPts val="1190"/>
              </a:spcBef>
              <a:spcAft>
                <a:spcPts val="990"/>
              </a:spcAft>
              <a:buNone/>
              <a:tabLst>
                <a:tab pos="0" algn="l"/>
              </a:tabLst>
            </a:pPr>
            <a:r>
              <a:rPr lang="en-US" sz="1100" b="1" u="none" strike="noStrike">
                <a:solidFill>
                  <a:srgbClr val="000000"/>
                </a:solidFill>
                <a:uFillTx/>
                <a:latin typeface="Arial" panose="020B0604020202020204"/>
              </a:rPr>
              <a:t>1. Mounting (When the component is created and inserted into the DOM)</a:t>
            </a:r>
            <a:endParaRPr lang="en-US" sz="1100" b="0" u="none" strike="noStrike">
              <a:solidFill>
                <a:srgbClr val="000000"/>
              </a:solidFill>
              <a:uFillTx/>
              <a:latin typeface="Arial" panose="020B0604020202020204"/>
            </a:endParaRPr>
          </a:p>
          <a:p>
            <a:pPr marL="215900" indent="-215900">
              <a:lnSpc>
                <a:spcPct val="100000"/>
              </a:lnSpc>
              <a:spcBef>
                <a:spcPts val="1190"/>
              </a:spcBef>
              <a:spcAft>
                <a:spcPts val="990"/>
              </a:spcAft>
              <a:buClr>
                <a:srgbClr val="000000"/>
              </a:buClr>
              <a:buSzPct val="45000"/>
              <a:buFont typeface="Wingdings" panose="05000000000000000000" pitchFamily="2" charset="2"/>
              <a:buChar char=""/>
              <a:tabLst>
                <a:tab pos="0" algn="l"/>
              </a:tabLst>
            </a:pPr>
            <a:r>
              <a:rPr lang="en-US" sz="1100" b="0" u="none" strike="noStrike">
                <a:solidFill>
                  <a:srgbClr val="000000"/>
                </a:solidFill>
                <a:uFillTx/>
                <a:latin typeface="Arial" panose="020B0604020202020204"/>
              </a:rPr>
              <a:t>constructor(): Initializes state and binds event handlers.</a:t>
            </a:r>
            <a:endParaRPr lang="en-US" sz="1100" b="0" u="none" strike="noStrike">
              <a:solidFill>
                <a:srgbClr val="000000"/>
              </a:solidFill>
              <a:uFillTx/>
              <a:latin typeface="Arial" panose="020B0604020202020204"/>
            </a:endParaRPr>
          </a:p>
          <a:p>
            <a:pPr marL="215900" indent="-215900">
              <a:lnSpc>
                <a:spcPct val="100000"/>
              </a:lnSpc>
              <a:spcBef>
                <a:spcPts val="1190"/>
              </a:spcBef>
              <a:spcAft>
                <a:spcPts val="990"/>
              </a:spcAft>
              <a:buClr>
                <a:srgbClr val="000000"/>
              </a:buClr>
              <a:buSzPct val="45000"/>
              <a:buFont typeface="Wingdings" panose="05000000000000000000" pitchFamily="2" charset="2"/>
              <a:buChar char=""/>
              <a:tabLst>
                <a:tab pos="0" algn="l"/>
              </a:tabLst>
            </a:pPr>
            <a:r>
              <a:rPr lang="en-US" sz="1100" b="0" u="none" strike="noStrike">
                <a:solidFill>
                  <a:srgbClr val="000000"/>
                </a:solidFill>
                <a:uFillTx/>
                <a:latin typeface="Arial" panose="020B0604020202020204"/>
              </a:rPr>
              <a:t>render(): Renders the UI.</a:t>
            </a:r>
            <a:endParaRPr lang="en-US" sz="1100" b="0" u="none" strike="noStrike">
              <a:solidFill>
                <a:srgbClr val="000000"/>
              </a:solidFill>
              <a:uFillTx/>
              <a:latin typeface="Arial" panose="020B0604020202020204"/>
            </a:endParaRPr>
          </a:p>
          <a:p>
            <a:pPr marL="215900" indent="-215900">
              <a:lnSpc>
                <a:spcPct val="100000"/>
              </a:lnSpc>
              <a:spcBef>
                <a:spcPts val="1190"/>
              </a:spcBef>
              <a:spcAft>
                <a:spcPts val="990"/>
              </a:spcAft>
              <a:buClr>
                <a:srgbClr val="000000"/>
              </a:buClr>
              <a:buSzPct val="45000"/>
              <a:buFont typeface="Wingdings" panose="05000000000000000000" pitchFamily="2" charset="2"/>
              <a:buChar char=""/>
              <a:tabLst>
                <a:tab pos="0" algn="l"/>
              </a:tabLst>
            </a:pPr>
            <a:r>
              <a:rPr lang="en-US" sz="1100" b="0" u="none" strike="noStrike">
                <a:solidFill>
                  <a:srgbClr val="000000"/>
                </a:solidFill>
                <a:uFillTx/>
                <a:latin typeface="Arial" panose="020B0604020202020204"/>
              </a:rPr>
              <a:t>componentDidMount(): Runs after the component is added to the DOM (used for API calls, subscriptions, etc.).</a:t>
            </a:r>
            <a:endParaRPr lang="en-US" sz="1100" b="0" u="none" strike="noStrike">
              <a:solidFill>
                <a:srgbClr val="000000"/>
              </a:solidFill>
              <a:uFillTx/>
              <a:latin typeface="Arial" panose="020B0604020202020204"/>
            </a:endParaRPr>
          </a:p>
          <a:p>
            <a:pPr indent="0">
              <a:lnSpc>
                <a:spcPct val="100000"/>
              </a:lnSpc>
              <a:spcBef>
                <a:spcPts val="1190"/>
              </a:spcBef>
              <a:spcAft>
                <a:spcPts val="990"/>
              </a:spcAft>
              <a:buNone/>
              <a:tabLst>
                <a:tab pos="0" algn="l"/>
              </a:tabLst>
            </a:pPr>
            <a:r>
              <a:rPr lang="en-US" sz="1100" b="1" u="none" strike="noStrike">
                <a:solidFill>
                  <a:srgbClr val="000000"/>
                </a:solidFill>
                <a:uFillTx/>
                <a:latin typeface="Arial" panose="020B0604020202020204"/>
                <a:ea typeface="Microsoft YaHei" panose="020B0503020204020204" charset="-122"/>
              </a:rPr>
              <a:t>2. Updating (When props or state change)</a:t>
            </a:r>
            <a:endParaRPr lang="en-US" sz="1100" b="0" u="none" strike="noStrike">
              <a:solidFill>
                <a:srgbClr val="000000"/>
              </a:solidFill>
              <a:uFillTx/>
              <a:latin typeface="Arial" panose="020B0604020202020204"/>
            </a:endParaRPr>
          </a:p>
          <a:p>
            <a:pPr marL="215900" indent="-215900">
              <a:lnSpc>
                <a:spcPct val="100000"/>
              </a:lnSpc>
              <a:spcBef>
                <a:spcPts val="1190"/>
              </a:spcBef>
              <a:spcAft>
                <a:spcPts val="990"/>
              </a:spcAft>
              <a:buClr>
                <a:srgbClr val="000000"/>
              </a:buClr>
              <a:buSzPct val="45000"/>
              <a:buFont typeface="Wingdings" panose="05000000000000000000" pitchFamily="2" charset="2"/>
              <a:buChar char=""/>
              <a:tabLst>
                <a:tab pos="0" algn="l"/>
              </a:tabLst>
            </a:pPr>
            <a:r>
              <a:rPr lang="en-US" sz="1100" b="0" u="none" strike="noStrike">
                <a:solidFill>
                  <a:srgbClr val="000000"/>
                </a:solidFill>
                <a:uFillTx/>
                <a:latin typeface="Arial" panose="020B0604020202020204"/>
                <a:ea typeface="Microsoft YaHei" panose="020B0503020204020204" charset="-122"/>
              </a:rPr>
              <a:t>render(): Re-renders the UI.</a:t>
            </a:r>
            <a:endParaRPr lang="en-US" sz="1100" b="0" u="none" strike="noStrike">
              <a:solidFill>
                <a:srgbClr val="000000"/>
              </a:solidFill>
              <a:uFillTx/>
              <a:latin typeface="Arial" panose="020B0604020202020204"/>
            </a:endParaRPr>
          </a:p>
          <a:p>
            <a:pPr marL="215900" indent="-215900">
              <a:lnSpc>
                <a:spcPct val="100000"/>
              </a:lnSpc>
              <a:spcBef>
                <a:spcPts val="1190"/>
              </a:spcBef>
              <a:spcAft>
                <a:spcPts val="990"/>
              </a:spcAft>
              <a:buClr>
                <a:srgbClr val="000000"/>
              </a:buClr>
              <a:buSzPct val="45000"/>
              <a:buFont typeface="Wingdings" panose="05000000000000000000" pitchFamily="2" charset="2"/>
              <a:buChar char=""/>
              <a:tabLst>
                <a:tab pos="0" algn="l"/>
              </a:tabLst>
            </a:pPr>
            <a:r>
              <a:rPr lang="en-US" sz="1100" b="0" u="none" strike="noStrike">
                <a:solidFill>
                  <a:srgbClr val="000000"/>
                </a:solidFill>
                <a:uFillTx/>
                <a:latin typeface="Arial" panose="020B0604020202020204"/>
                <a:ea typeface="Microsoft YaHei" panose="020B0503020204020204" charset="-122"/>
              </a:rPr>
              <a:t>componentDidUpdate(prevProps, prevState, snapshot): Runs after the component updates. It is useful for making API calls when relevant data (props/state) changes.</a:t>
            </a:r>
            <a:endParaRPr lang="en-US" sz="1100" b="0" u="none" strike="noStrike">
              <a:solidFill>
                <a:srgbClr val="000000"/>
              </a:solidFill>
              <a:uFillTx/>
              <a:latin typeface="Arial" panose="020B0604020202020204"/>
            </a:endParaRPr>
          </a:p>
          <a:p>
            <a:pPr indent="0">
              <a:lnSpc>
                <a:spcPct val="100000"/>
              </a:lnSpc>
              <a:spcBef>
                <a:spcPts val="1190"/>
              </a:spcBef>
              <a:spcAft>
                <a:spcPts val="990"/>
              </a:spcAft>
              <a:buNone/>
              <a:tabLst>
                <a:tab pos="0" algn="l"/>
              </a:tabLst>
            </a:pPr>
            <a:r>
              <a:rPr lang="en-US" sz="1100" b="1" u="none" strike="noStrike">
                <a:solidFill>
                  <a:srgbClr val="000000"/>
                </a:solidFill>
                <a:uFillTx/>
                <a:latin typeface="Arial" panose="020B0604020202020204"/>
                <a:ea typeface="Microsoft YaHei" panose="020B0503020204020204" charset="-122"/>
              </a:rPr>
              <a:t>3. Unmounting (When the component is removed from the DOM)</a:t>
            </a:r>
            <a:endParaRPr lang="en-US" sz="1100" b="0" u="none" strike="noStrike">
              <a:solidFill>
                <a:srgbClr val="000000"/>
              </a:solidFill>
              <a:uFillTx/>
              <a:latin typeface="Arial" panose="020B0604020202020204"/>
            </a:endParaRPr>
          </a:p>
          <a:p>
            <a:pPr marL="215900" indent="-215900">
              <a:lnSpc>
                <a:spcPct val="100000"/>
              </a:lnSpc>
              <a:spcBef>
                <a:spcPts val="1190"/>
              </a:spcBef>
              <a:spcAft>
                <a:spcPts val="990"/>
              </a:spcAft>
              <a:buClr>
                <a:srgbClr val="000000"/>
              </a:buClr>
              <a:buSzPct val="45000"/>
              <a:buFont typeface="Wingdings" panose="05000000000000000000" pitchFamily="2" charset="2"/>
              <a:buChar char=""/>
              <a:tabLst>
                <a:tab pos="0" algn="l"/>
              </a:tabLst>
            </a:pPr>
            <a:r>
              <a:rPr lang="en-US" sz="1100" b="0" u="none" strike="noStrike">
                <a:solidFill>
                  <a:srgbClr val="000000"/>
                </a:solidFill>
                <a:uFillTx/>
                <a:latin typeface="Arial" panose="020B0604020202020204"/>
                <a:ea typeface="Microsoft YaHei" panose="020B0503020204020204" charset="-122"/>
              </a:rPr>
              <a:t>componentWillUnmount(): Cleanup function (removing event listeners, clearing timers, etc.).</a:t>
            </a:r>
            <a:endParaRPr lang="en-US" sz="1100" b="0" u="none" strike="noStrike">
              <a:solidFill>
                <a:srgbClr val="000000"/>
              </a:solidFill>
              <a:uFillTx/>
              <a:latin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PlaceHolder 1"/>
          <p:cNvSpPr>
            <a:spLocks noGrp="1"/>
          </p:cNvSpPr>
          <p:nvPr>
            <p:ph type="title"/>
          </p:nvPr>
        </p:nvSpPr>
        <p:spPr>
          <a:xfrm>
            <a:off x="504000" y="74160"/>
            <a:ext cx="9070560" cy="1249200"/>
          </a:xfrm>
          <a:prstGeom prst="rect">
            <a:avLst/>
          </a:prstGeom>
          <a:noFill/>
          <a:ln w="0">
            <a:noFill/>
          </a:ln>
        </p:spPr>
        <p:txBody>
          <a:bodyPr lIns="0" tIns="0" rIns="0" bIns="0" anchor="ctr">
            <a:noAutofit/>
          </a:bodyPr>
          <a:lstStyle/>
          <a:p>
            <a:pPr indent="0" algn="ctr">
              <a:lnSpc>
                <a:spcPct val="100000"/>
              </a:lnSpc>
              <a:buNone/>
              <a:tabLst>
                <a:tab pos="0" algn="l"/>
              </a:tabLst>
            </a:pPr>
            <a:r>
              <a:rPr lang="en-US" sz="4400" b="0" u="none" strike="noStrike">
                <a:solidFill>
                  <a:srgbClr val="000000"/>
                </a:solidFill>
                <a:uFillTx/>
                <a:latin typeface="Arial" panose="020B0604020202020204"/>
              </a:rPr>
              <a:t>Lifecycle Methods in Functional Components</a:t>
            </a:r>
            <a:endParaRPr lang="en-US" sz="4400" b="0" u="none" strike="noStrike">
              <a:solidFill>
                <a:srgbClr val="000000"/>
              </a:solidFill>
              <a:uFillTx/>
              <a:latin typeface="Arial" panose="020B0604020202020204"/>
            </a:endParaRPr>
          </a:p>
        </p:txBody>
      </p:sp>
      <p:sp>
        <p:nvSpPr>
          <p:cNvPr id="48" name="Rectangle 47"/>
          <p:cNvSpPr/>
          <p:nvPr/>
        </p:nvSpPr>
        <p:spPr>
          <a:xfrm>
            <a:off x="916560" y="1324440"/>
            <a:ext cx="8226360" cy="1841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marL="215900" indent="-215900">
              <a:lnSpc>
                <a:spcPct val="100000"/>
              </a:lnSpc>
              <a:spcBef>
                <a:spcPts val="1190"/>
              </a:spcBef>
              <a:spcAft>
                <a:spcPts val="990"/>
              </a:spcAft>
              <a:buClr>
                <a:srgbClr val="000000"/>
              </a:buClr>
              <a:buFont typeface="Wingdings" panose="05000000000000000000" pitchFamily="2" charset="2"/>
              <a:buChar char=""/>
            </a:pPr>
            <a:r>
              <a:rPr lang="en-US" sz="1100" b="0" u="none" strike="noStrike">
                <a:solidFill>
                  <a:srgbClr val="000000"/>
                </a:solidFill>
                <a:uFillTx/>
                <a:latin typeface="Arial" panose="020B0604020202020204"/>
                <a:ea typeface="DejaVu Sans"/>
              </a:rPr>
              <a:t>Functional components do not have lifecycle methods like class components (componentDidMount, componentDidUpdate, etc.).</a:t>
            </a:r>
            <a:endParaRPr lang="en-US" sz="1100" b="0" u="none" strike="noStrike">
              <a:solidFill>
                <a:srgbClr val="000000"/>
              </a:solidFill>
              <a:uFillTx/>
              <a:latin typeface="Arial" panose="020B0604020202020204"/>
            </a:endParaRPr>
          </a:p>
          <a:p>
            <a:pPr marL="215900" indent="-215900">
              <a:lnSpc>
                <a:spcPct val="100000"/>
              </a:lnSpc>
              <a:spcBef>
                <a:spcPts val="1190"/>
              </a:spcBef>
              <a:spcAft>
                <a:spcPts val="990"/>
              </a:spcAft>
              <a:buClr>
                <a:srgbClr val="000000"/>
              </a:buClr>
              <a:buFont typeface="Wingdings" panose="05000000000000000000" pitchFamily="2" charset="2"/>
              <a:buChar char=""/>
            </a:pPr>
            <a:r>
              <a:rPr lang="en-US" sz="1100" b="0" u="none" strike="noStrike">
                <a:solidFill>
                  <a:srgbClr val="000000"/>
                </a:solidFill>
                <a:uFillTx/>
                <a:latin typeface="Arial" panose="020B0604020202020204"/>
                <a:ea typeface="DejaVu Sans"/>
              </a:rPr>
              <a:t>However, with React Hooks (introduced in React 16.8), functional components can achieve the same lifecycle behavior (using useEffect hook).  Hooks allow function components to have access to state and other React features.</a:t>
            </a:r>
            <a:endParaRPr lang="en-US" sz="1100" b="0" u="none" strike="noStrike">
              <a:solidFill>
                <a:srgbClr val="000000"/>
              </a:solidFill>
              <a:uFillTx/>
              <a:latin typeface="Arial" panose="020B0604020202020204"/>
            </a:endParaRPr>
          </a:p>
          <a:p>
            <a:pPr marL="215900" indent="-215900">
              <a:lnSpc>
                <a:spcPct val="100000"/>
              </a:lnSpc>
              <a:spcBef>
                <a:spcPts val="1190"/>
              </a:spcBef>
              <a:spcAft>
                <a:spcPts val="990"/>
              </a:spcAft>
              <a:buClr>
                <a:srgbClr val="000000"/>
              </a:buClr>
              <a:buFont typeface="Wingdings" panose="05000000000000000000" pitchFamily="2" charset="2"/>
              <a:buChar char=""/>
            </a:pPr>
            <a:r>
              <a:rPr lang="en-US" sz="1100" b="0" u="none" strike="noStrike">
                <a:solidFill>
                  <a:srgbClr val="000000"/>
                </a:solidFill>
                <a:uFillTx/>
                <a:latin typeface="Arial" panose="020B0604020202020204"/>
                <a:ea typeface="DejaVu Sans"/>
              </a:rPr>
              <a:t>Because of react hooks, class components are generally no longer needed.</a:t>
            </a:r>
            <a:endParaRPr lang="en-US" sz="1100" b="0" u="none" strike="noStrike">
              <a:solidFill>
                <a:srgbClr val="000000"/>
              </a:solidFill>
              <a:uFillTx/>
              <a:latin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PlaceHolder 1"/>
          <p:cNvSpPr>
            <a:spLocks noGrp="1"/>
          </p:cNvSpPr>
          <p:nvPr>
            <p:ph type="title"/>
          </p:nvPr>
        </p:nvSpPr>
        <p:spPr>
          <a:xfrm>
            <a:off x="504000" y="226080"/>
            <a:ext cx="9070560" cy="945360"/>
          </a:xfrm>
          <a:prstGeom prst="rect">
            <a:avLst/>
          </a:prstGeom>
          <a:noFill/>
          <a:ln w="0">
            <a:noFill/>
          </a:ln>
        </p:spPr>
        <p:txBody>
          <a:bodyPr lIns="0" tIns="0" rIns="0" bIns="0" anchor="ctr">
            <a:noAutofit/>
          </a:bodyPr>
          <a:lstStyle/>
          <a:p>
            <a:pPr indent="0" algn="ctr">
              <a:lnSpc>
                <a:spcPct val="100000"/>
              </a:lnSpc>
              <a:buNone/>
              <a:tabLst>
                <a:tab pos="0" algn="l"/>
              </a:tabLst>
            </a:pPr>
            <a:r>
              <a:rPr lang="en-US" sz="4400" b="0" u="none" strike="noStrike">
                <a:solidFill>
                  <a:srgbClr val="000000"/>
                </a:solidFill>
                <a:uFillTx/>
                <a:latin typeface="Arial" panose="020B0604020202020204"/>
              </a:rPr>
              <a:t>UseEffect Hook</a:t>
            </a:r>
            <a:endParaRPr lang="en-US" sz="4400" b="0" u="none" strike="noStrike">
              <a:solidFill>
                <a:srgbClr val="000000"/>
              </a:solidFill>
              <a:uFillTx/>
              <a:latin typeface="Arial" panose="020B0604020202020204"/>
            </a:endParaRPr>
          </a:p>
        </p:txBody>
      </p:sp>
      <p:sp>
        <p:nvSpPr>
          <p:cNvPr id="50" name="PlaceHolder 2"/>
          <p:cNvSpPr>
            <a:spLocks noGrp="1"/>
          </p:cNvSpPr>
          <p:nvPr>
            <p:ph/>
          </p:nvPr>
        </p:nvSpPr>
        <p:spPr>
          <a:xfrm>
            <a:off x="504000" y="1326600"/>
            <a:ext cx="9070560" cy="4616640"/>
          </a:xfrm>
          <a:prstGeom prst="rect">
            <a:avLst/>
          </a:prstGeom>
          <a:noFill/>
          <a:ln w="0">
            <a:noFill/>
          </a:ln>
        </p:spPr>
        <p:txBody>
          <a:bodyPr lIns="0" tIns="0" rIns="0" bIns="0" anchor="t">
            <a:normAutofit/>
          </a:bodyPr>
          <a:lstStyle/>
          <a:p>
            <a:pPr marL="431800" indent="0">
              <a:lnSpc>
                <a:spcPct val="100000"/>
              </a:lnSpc>
              <a:spcBef>
                <a:spcPts val="1190"/>
              </a:spcBef>
              <a:spcAft>
                <a:spcPts val="990"/>
              </a:spcAft>
              <a:buNone/>
              <a:tabLst>
                <a:tab pos="0" algn="l"/>
              </a:tabLst>
            </a:pPr>
            <a:r>
              <a:rPr lang="en-US" sz="1100" b="0" u="none" strike="noStrike">
                <a:solidFill>
                  <a:srgbClr val="000000"/>
                </a:solidFill>
                <a:uFillTx/>
                <a:latin typeface="Arial" panose="020B0604020202020204"/>
                <a:ea typeface="DejaVu Sans"/>
              </a:rPr>
              <a:t>The useEffect hook takes two parameters: a callback function and a dependency array. Its behavior depends on the dependency array:</a:t>
            </a:r>
            <a:endParaRPr lang="en-US" sz="1100" b="0" u="none" strike="noStrike">
              <a:solidFill>
                <a:srgbClr val="000000"/>
              </a:solidFill>
              <a:uFillTx/>
              <a:latin typeface="Arial" panose="020B0604020202020204"/>
            </a:endParaRPr>
          </a:p>
          <a:p>
            <a:pPr marL="431800" indent="-323850">
              <a:lnSpc>
                <a:spcPct val="100000"/>
              </a:lnSpc>
              <a:spcBef>
                <a:spcPts val="340"/>
              </a:spcBef>
              <a:spcAft>
                <a:spcPts val="140"/>
              </a:spcAft>
              <a:buClr>
                <a:srgbClr val="000000"/>
              </a:buClr>
              <a:buFont typeface="OpenSymbol"/>
              <a:buAutoNum type="arabicParenR"/>
              <a:tabLst>
                <a:tab pos="0" algn="l"/>
              </a:tabLst>
            </a:pPr>
            <a:r>
              <a:rPr lang="en-US" sz="1100" b="1" u="none" strike="noStrike">
                <a:solidFill>
                  <a:srgbClr val="000000"/>
                </a:solidFill>
                <a:uFillTx/>
                <a:latin typeface="Arial" panose="020B0604020202020204"/>
                <a:ea typeface="DejaVu Sans"/>
              </a:rPr>
              <a:t>Empty Dependency Array ([])</a:t>
            </a:r>
            <a:endParaRPr lang="en-US" sz="1100" b="0" u="none" strike="noStrike">
              <a:solidFill>
                <a:srgbClr val="000000"/>
              </a:solidFill>
              <a:uFillTx/>
              <a:latin typeface="Arial" panose="020B0604020202020204"/>
            </a:endParaRPr>
          </a:p>
          <a:p>
            <a:pPr marL="431800" indent="0">
              <a:lnSpc>
                <a:spcPct val="100000"/>
              </a:lnSpc>
              <a:buNone/>
              <a:tabLst>
                <a:tab pos="0" algn="l"/>
              </a:tabLst>
            </a:pPr>
            <a:r>
              <a:rPr lang="en-US" sz="1100" b="0" u="none" strike="noStrike">
                <a:solidFill>
                  <a:srgbClr val="000000"/>
                </a:solidFill>
                <a:uFillTx/>
                <a:latin typeface="Arial" panose="020B0604020202020204"/>
                <a:ea typeface="DejaVu Sans"/>
              </a:rPr>
              <a:t>Runs only once after the initial render (mounting phase).</a:t>
            </a:r>
            <a:endParaRPr lang="en-US" sz="1100" b="0" u="none" strike="noStrike">
              <a:solidFill>
                <a:srgbClr val="000000"/>
              </a:solidFill>
              <a:uFillTx/>
              <a:latin typeface="Arial" panose="020B0604020202020204"/>
            </a:endParaRPr>
          </a:p>
          <a:p>
            <a:pPr marL="431800" indent="0">
              <a:lnSpc>
                <a:spcPct val="100000"/>
              </a:lnSpc>
              <a:buNone/>
              <a:tabLst>
                <a:tab pos="0" algn="l"/>
              </a:tabLst>
            </a:pPr>
            <a:r>
              <a:rPr lang="en-US" sz="1100" b="0" u="none" strike="noStrike">
                <a:solidFill>
                  <a:srgbClr val="000000"/>
                </a:solidFill>
                <a:uFillTx/>
                <a:latin typeface="Arial" panose="020B0604020202020204"/>
                <a:ea typeface="DejaVu Sans"/>
              </a:rPr>
              <a:t>Behaves like componentDidMount.</a:t>
            </a:r>
            <a:endParaRPr lang="en-US" sz="1100" b="0" u="none" strike="noStrike">
              <a:solidFill>
                <a:srgbClr val="000000"/>
              </a:solidFill>
              <a:uFillTx/>
              <a:latin typeface="Arial" panose="020B0604020202020204"/>
            </a:endParaRPr>
          </a:p>
          <a:p>
            <a:pPr marL="431800" indent="0">
              <a:lnSpc>
                <a:spcPct val="100000"/>
              </a:lnSpc>
              <a:spcBef>
                <a:spcPts val="55"/>
              </a:spcBef>
              <a:buNone/>
              <a:tabLst>
                <a:tab pos="0" algn="l"/>
              </a:tabLst>
            </a:pPr>
            <a:endParaRPr lang="en-US" sz="1100" b="0" u="none" strike="noStrike">
              <a:solidFill>
                <a:srgbClr val="000000"/>
              </a:solidFill>
              <a:uFillTx/>
              <a:latin typeface="Arial" panose="020B0604020202020204"/>
            </a:endParaRPr>
          </a:p>
          <a:p>
            <a:pPr marL="431800" indent="0">
              <a:lnSpc>
                <a:spcPct val="100000"/>
              </a:lnSpc>
              <a:buNone/>
              <a:tabLst>
                <a:tab pos="0" algn="l"/>
              </a:tabLst>
            </a:pPr>
            <a:r>
              <a:rPr lang="en-US" sz="1000" b="0" u="none" strike="noStrike">
                <a:solidFill>
                  <a:srgbClr val="000000"/>
                </a:solidFill>
                <a:uFillTx/>
                <a:latin typeface="Liberation Mono;Courier New;DejaVu Sans Mono"/>
                <a:ea typeface="Liberation Mono;Courier New;DejaVu Sans Mono"/>
              </a:rPr>
              <a:t>useEffect(() =&gt; {</a:t>
            </a:r>
            <a:endParaRPr lang="en-US" sz="1000" b="0" u="none" strike="noStrike">
              <a:solidFill>
                <a:srgbClr val="000000"/>
              </a:solidFill>
              <a:uFillTx/>
              <a:latin typeface="Arial" panose="020B0604020202020204"/>
            </a:endParaRPr>
          </a:p>
          <a:p>
            <a:pPr marL="431800" indent="0">
              <a:lnSpc>
                <a:spcPct val="100000"/>
              </a:lnSpc>
              <a:buNone/>
              <a:tabLst>
                <a:tab pos="0" algn="l"/>
              </a:tabLst>
            </a:pPr>
            <a:r>
              <a:rPr lang="en-US" sz="1000" b="0" u="none" strike="noStrike">
                <a:solidFill>
                  <a:srgbClr val="000000"/>
                </a:solidFill>
                <a:uFillTx/>
                <a:latin typeface="Liberation Mono;Courier New;DejaVu Sans Mono"/>
                <a:ea typeface="Liberation Mono;Courier New;DejaVu Sans Mono"/>
              </a:rPr>
              <a:t>  console.log("Runs only on mount");</a:t>
            </a:r>
            <a:endParaRPr lang="en-US" sz="1000" b="0" u="none" strike="noStrike">
              <a:solidFill>
                <a:srgbClr val="000000"/>
              </a:solidFill>
              <a:uFillTx/>
              <a:latin typeface="Arial" panose="020B0604020202020204"/>
            </a:endParaRPr>
          </a:p>
          <a:p>
            <a:pPr marL="431800" indent="0">
              <a:lnSpc>
                <a:spcPct val="100000"/>
              </a:lnSpc>
              <a:buNone/>
              <a:tabLst>
                <a:tab pos="0" algn="l"/>
              </a:tabLst>
            </a:pPr>
            <a:r>
              <a:rPr lang="en-US" sz="1000" b="0" u="none" strike="noStrike">
                <a:solidFill>
                  <a:srgbClr val="000000"/>
                </a:solidFill>
                <a:uFillTx/>
                <a:latin typeface="Liberation Mono;Courier New;DejaVu Sans Mono"/>
                <a:ea typeface="Liberation Mono;Courier New;DejaVu Sans Mono"/>
              </a:rPr>
              <a:t>}, [])</a:t>
            </a:r>
            <a:endParaRPr lang="en-US" sz="1000" b="0" u="none" strike="noStrike">
              <a:solidFill>
                <a:srgbClr val="000000"/>
              </a:solidFill>
              <a:uFillTx/>
              <a:latin typeface="Arial" panose="020B0604020202020204"/>
            </a:endParaRPr>
          </a:p>
          <a:p>
            <a:pPr marL="431800" indent="0">
              <a:lnSpc>
                <a:spcPct val="100000"/>
              </a:lnSpc>
              <a:buNone/>
              <a:tabLst>
                <a:tab pos="0" algn="l"/>
              </a:tabLst>
            </a:pPr>
            <a:endParaRPr lang="en-US" sz="1100" b="0" u="none" strike="noStrike">
              <a:solidFill>
                <a:srgbClr val="000000"/>
              </a:solidFill>
              <a:uFillTx/>
              <a:latin typeface="Arial" panose="020B0604020202020204"/>
            </a:endParaRPr>
          </a:p>
          <a:p>
            <a:pPr marL="431800" indent="-323850">
              <a:lnSpc>
                <a:spcPct val="100000"/>
              </a:lnSpc>
              <a:spcBef>
                <a:spcPts val="55"/>
              </a:spcBef>
              <a:buClr>
                <a:srgbClr val="000000"/>
              </a:buClr>
              <a:buFont typeface="OpenSymbol"/>
              <a:buAutoNum type="arabicParenR" startAt="2"/>
              <a:tabLst>
                <a:tab pos="0" algn="l"/>
              </a:tabLst>
            </a:pPr>
            <a:r>
              <a:rPr lang="en-US" sz="1100" b="1" u="none" strike="noStrike">
                <a:solidFill>
                  <a:srgbClr val="000000"/>
                </a:solidFill>
                <a:uFillTx/>
                <a:latin typeface="Arial" panose="020B0604020202020204"/>
                <a:ea typeface="DejaVu Sans"/>
              </a:rPr>
              <a:t>Empty Dependency Array ([])</a:t>
            </a:r>
            <a:endParaRPr lang="en-US" sz="1100" b="0" u="none" strike="noStrike">
              <a:solidFill>
                <a:srgbClr val="000000"/>
              </a:solidFill>
              <a:uFillTx/>
              <a:latin typeface="Arial" panose="020B0604020202020204"/>
            </a:endParaRPr>
          </a:p>
          <a:p>
            <a:pPr marL="431800" indent="0">
              <a:lnSpc>
                <a:spcPct val="100000"/>
              </a:lnSpc>
              <a:spcBef>
                <a:spcPts val="55"/>
              </a:spcBef>
              <a:buNone/>
              <a:tabLst>
                <a:tab pos="0" algn="l"/>
              </a:tabLst>
            </a:pPr>
            <a:r>
              <a:rPr lang="en-US" sz="1100" b="0" u="none" strike="noStrike">
                <a:solidFill>
                  <a:srgbClr val="000000"/>
                </a:solidFill>
                <a:uFillTx/>
                <a:latin typeface="Arial" panose="020B0604020202020204"/>
                <a:ea typeface="Microsoft YaHei" panose="020B0503020204020204" charset="-122"/>
              </a:rPr>
              <a:t>Runs after every render (initial render + re-renders).</a:t>
            </a:r>
            <a:endParaRPr lang="en-US" sz="1100" b="0" u="none" strike="noStrike">
              <a:solidFill>
                <a:srgbClr val="000000"/>
              </a:solidFill>
              <a:uFillTx/>
              <a:latin typeface="Arial" panose="020B0604020202020204"/>
            </a:endParaRPr>
          </a:p>
          <a:p>
            <a:pPr marL="431800" indent="0">
              <a:lnSpc>
                <a:spcPct val="100000"/>
              </a:lnSpc>
              <a:spcBef>
                <a:spcPts val="55"/>
              </a:spcBef>
              <a:buNone/>
              <a:tabLst>
                <a:tab pos="0" algn="l"/>
              </a:tabLst>
            </a:pPr>
            <a:r>
              <a:rPr lang="en-US" sz="1100" b="0" u="none" strike="noStrike">
                <a:solidFill>
                  <a:srgbClr val="000000"/>
                </a:solidFill>
                <a:uFillTx/>
                <a:latin typeface="Arial" panose="020B0604020202020204"/>
                <a:ea typeface="Microsoft YaHei" panose="020B0503020204020204" charset="-122"/>
              </a:rPr>
              <a:t>Behaves like both componentDidMount and componentDidUpdate.</a:t>
            </a:r>
            <a:endParaRPr lang="en-US" sz="1100" b="0" u="none" strike="noStrike">
              <a:solidFill>
                <a:srgbClr val="000000"/>
              </a:solidFill>
              <a:uFillTx/>
              <a:latin typeface="Arial" panose="020B0604020202020204"/>
            </a:endParaRPr>
          </a:p>
          <a:p>
            <a:pPr marL="431800" indent="0">
              <a:lnSpc>
                <a:spcPct val="100000"/>
              </a:lnSpc>
              <a:buNone/>
              <a:tabLst>
                <a:tab pos="0" algn="l"/>
              </a:tabLst>
            </a:pPr>
            <a:endParaRPr lang="en-US" sz="1000" b="0" u="none" strike="noStrike">
              <a:solidFill>
                <a:srgbClr val="000000"/>
              </a:solidFill>
              <a:uFillTx/>
              <a:latin typeface="Arial" panose="020B0604020202020204"/>
            </a:endParaRPr>
          </a:p>
          <a:p>
            <a:pPr marL="431800" indent="0">
              <a:lnSpc>
                <a:spcPct val="100000"/>
              </a:lnSpc>
              <a:buNone/>
              <a:tabLst>
                <a:tab pos="0" algn="l"/>
              </a:tabLst>
            </a:pPr>
            <a:r>
              <a:rPr lang="en-US" sz="1000" b="0" u="none" strike="noStrike">
                <a:solidFill>
                  <a:srgbClr val="000000"/>
                </a:solidFill>
                <a:uFillTx/>
                <a:latin typeface="Liberation Mono;Courier New;DejaVu Sans Mono"/>
                <a:ea typeface="Liberation Mono;Courier New;DejaVu Sans Mono"/>
              </a:rPr>
              <a:t>useEffect(() =&gt; {</a:t>
            </a:r>
            <a:endParaRPr lang="en-US" sz="1000" b="0" u="none" strike="noStrike">
              <a:solidFill>
                <a:srgbClr val="000000"/>
              </a:solidFill>
              <a:uFillTx/>
              <a:latin typeface="Arial" panose="020B0604020202020204"/>
            </a:endParaRPr>
          </a:p>
          <a:p>
            <a:pPr marL="431800" indent="0">
              <a:lnSpc>
                <a:spcPct val="100000"/>
              </a:lnSpc>
              <a:buNone/>
              <a:tabLst>
                <a:tab pos="0" algn="l"/>
              </a:tabLst>
            </a:pPr>
            <a:r>
              <a:rPr lang="en-US" sz="1000" b="0" u="none" strike="noStrike">
                <a:solidFill>
                  <a:srgbClr val="000000"/>
                </a:solidFill>
                <a:uFillTx/>
                <a:latin typeface="Liberation Mono;Courier New;DejaVu Sans Mono"/>
                <a:ea typeface="Liberation Mono;Courier New;DejaVu Sans Mono"/>
              </a:rPr>
              <a:t>  console.log("Runs on every render");</a:t>
            </a:r>
            <a:endParaRPr lang="en-US" sz="1000" b="0" u="none" strike="noStrike">
              <a:solidFill>
                <a:srgbClr val="000000"/>
              </a:solidFill>
              <a:uFillTx/>
              <a:latin typeface="Arial" panose="020B0604020202020204"/>
            </a:endParaRPr>
          </a:p>
          <a:p>
            <a:pPr marL="431800" indent="0">
              <a:lnSpc>
                <a:spcPct val="100000"/>
              </a:lnSpc>
              <a:buNone/>
              <a:tabLst>
                <a:tab pos="0" algn="l"/>
              </a:tabLst>
            </a:pPr>
            <a:r>
              <a:rPr lang="en-US" sz="1000" b="0" u="none" strike="noStrike">
                <a:solidFill>
                  <a:srgbClr val="000000"/>
                </a:solidFill>
                <a:uFillTx/>
                <a:latin typeface="Liberation Mono;Courier New;DejaVu Sans Mono"/>
                <a:ea typeface="Liberation Mono;Courier New;DejaVu Sans Mono"/>
              </a:rPr>
              <a:t>});</a:t>
            </a:r>
            <a:endParaRPr lang="en-US" sz="1000" b="0" u="none" strike="noStrike">
              <a:solidFill>
                <a:srgbClr val="000000"/>
              </a:solidFill>
              <a:uFillTx/>
              <a:latin typeface="Arial" panose="020B0604020202020204"/>
            </a:endParaRPr>
          </a:p>
          <a:p>
            <a:pPr marL="431800" indent="0">
              <a:lnSpc>
                <a:spcPct val="100000"/>
              </a:lnSpc>
              <a:buNone/>
              <a:tabLst>
                <a:tab pos="0" algn="l"/>
              </a:tabLst>
            </a:pPr>
            <a:endParaRPr lang="en-US" sz="1000" b="0" u="none" strike="noStrike">
              <a:solidFill>
                <a:srgbClr val="000000"/>
              </a:solidFill>
              <a:uFillTx/>
              <a:latin typeface="Arial" panose="020B0604020202020204"/>
            </a:endParaRPr>
          </a:p>
          <a:p>
            <a:pPr marL="431800" indent="0">
              <a:lnSpc>
                <a:spcPct val="100000"/>
              </a:lnSpc>
              <a:spcBef>
                <a:spcPts val="55"/>
              </a:spcBef>
              <a:buNone/>
              <a:tabLst>
                <a:tab pos="0" algn="l"/>
              </a:tabLst>
            </a:pPr>
            <a:r>
              <a:rPr lang="en-US" sz="1100" b="1" u="none" strike="noStrike">
                <a:solidFill>
                  <a:srgbClr val="000000"/>
                </a:solidFill>
                <a:uFillTx/>
                <a:latin typeface="Arial" panose="020B0604020202020204"/>
                <a:ea typeface="Microsoft YaHei" panose="020B0503020204020204" charset="-122"/>
              </a:rPr>
              <a:t>    3) Non-Empty Dependency Array ([dependencies])</a:t>
            </a:r>
            <a:endParaRPr lang="en-US" sz="1100" b="0" u="none" strike="noStrike">
              <a:solidFill>
                <a:srgbClr val="000000"/>
              </a:solidFill>
              <a:uFillTx/>
              <a:latin typeface="Arial" panose="020B0604020202020204"/>
            </a:endParaRPr>
          </a:p>
          <a:p>
            <a:pPr marL="431800" indent="0">
              <a:lnSpc>
                <a:spcPct val="100000"/>
              </a:lnSpc>
              <a:spcBef>
                <a:spcPts val="55"/>
              </a:spcBef>
              <a:buNone/>
              <a:tabLst>
                <a:tab pos="0" algn="l"/>
              </a:tabLst>
            </a:pPr>
            <a:r>
              <a:rPr lang="en-US" sz="1000" b="0" u="none" strike="noStrike">
                <a:solidFill>
                  <a:srgbClr val="000000"/>
                </a:solidFill>
                <a:uFillTx/>
                <a:latin typeface="Arial" panose="020B0604020202020204"/>
                <a:ea typeface="Microsoft YaHei" panose="020B0503020204020204" charset="-122"/>
              </a:rPr>
              <a:t>         Runs after the initial render and whenever any dependency changes.</a:t>
            </a:r>
            <a:endParaRPr lang="en-US" sz="1000" b="0" u="none" strike="noStrike">
              <a:solidFill>
                <a:srgbClr val="000000"/>
              </a:solidFill>
              <a:uFillTx/>
              <a:latin typeface="Arial" panose="020B0604020202020204"/>
            </a:endParaRPr>
          </a:p>
          <a:p>
            <a:pPr marL="431800" indent="0">
              <a:lnSpc>
                <a:spcPct val="100000"/>
              </a:lnSpc>
              <a:spcBef>
                <a:spcPts val="1190"/>
              </a:spcBef>
              <a:spcAft>
                <a:spcPts val="990"/>
              </a:spcAft>
              <a:buNone/>
              <a:tabLst>
                <a:tab pos="0" algn="l"/>
              </a:tabLst>
            </a:pPr>
            <a:r>
              <a:rPr lang="en-US" sz="1000" b="0" u="none" strike="noStrike">
                <a:solidFill>
                  <a:srgbClr val="000000"/>
                </a:solidFill>
                <a:uFillTx/>
                <a:latin typeface="Arial" panose="020B0604020202020204"/>
                <a:ea typeface="Microsoft YaHei" panose="020B0503020204020204" charset="-122"/>
              </a:rPr>
              <a:t>          useEffect(() =&gt; { console.log("Runs when `count` changes"); }, [count]); </a:t>
            </a:r>
            <a:endParaRPr lang="en-US" sz="1000" b="0" u="none" strike="noStrike">
              <a:solidFill>
                <a:srgbClr val="000000"/>
              </a:solidFill>
              <a:uFillTx/>
              <a:latin typeface="Arial" panose="020B0604020202020204"/>
            </a:endParaRPr>
          </a:p>
          <a:p>
            <a:pPr marL="431800" indent="0">
              <a:lnSpc>
                <a:spcPct val="100000"/>
              </a:lnSpc>
              <a:spcBef>
                <a:spcPts val="55"/>
              </a:spcBef>
              <a:buNone/>
              <a:tabLst>
                <a:tab pos="0" algn="l"/>
              </a:tabLst>
            </a:pPr>
            <a:endParaRPr lang="en-US" sz="1000" b="0" u="none" strike="noStrike">
              <a:solidFill>
                <a:srgbClr val="000000"/>
              </a:solidFill>
              <a:uFillTx/>
              <a:latin typeface="Arial" panose="020B0604020202020204"/>
            </a:endParaRPr>
          </a:p>
          <a:p>
            <a:pPr marL="431800" indent="0">
              <a:lnSpc>
                <a:spcPct val="100000"/>
              </a:lnSpc>
              <a:spcBef>
                <a:spcPts val="55"/>
              </a:spcBef>
              <a:buNone/>
              <a:tabLst>
                <a:tab pos="0" algn="l"/>
              </a:tabLst>
            </a:pPr>
            <a:endParaRPr lang="en-US" sz="1000" b="0" u="none" strike="noStrike">
              <a:solidFill>
                <a:srgbClr val="000000"/>
              </a:solidFill>
              <a:uFillTx/>
              <a:latin typeface="Arial" panose="020B0604020202020204"/>
            </a:endParaRPr>
          </a:p>
          <a:p>
            <a:pPr marL="431800" indent="0">
              <a:lnSpc>
                <a:spcPct val="100000"/>
              </a:lnSpc>
              <a:spcBef>
                <a:spcPts val="55"/>
              </a:spcBef>
              <a:buNone/>
              <a:tabLst>
                <a:tab pos="0" algn="l"/>
              </a:tabLst>
            </a:pPr>
            <a:endParaRPr lang="en-US" sz="1000" b="0" u="none" strike="noStrike">
              <a:solidFill>
                <a:srgbClr val="000000"/>
              </a:solidFill>
              <a:uFillTx/>
              <a:latin typeface="Arial" panose="020B0604020202020204"/>
            </a:endParaRPr>
          </a:p>
          <a:p>
            <a:pPr marL="431800" indent="0">
              <a:lnSpc>
                <a:spcPct val="100000"/>
              </a:lnSpc>
              <a:spcBef>
                <a:spcPts val="55"/>
              </a:spcBef>
              <a:buNone/>
              <a:tabLst>
                <a:tab pos="0" algn="l"/>
              </a:tabLst>
            </a:pPr>
            <a:endParaRPr lang="en-US" sz="1000" b="0" u="none" strike="noStrike">
              <a:solidFill>
                <a:srgbClr val="000000"/>
              </a:solidFill>
              <a:uFillTx/>
              <a:latin typeface="Arial" panose="020B0604020202020204"/>
            </a:endParaRPr>
          </a:p>
          <a:p>
            <a:pPr marL="431800" indent="0">
              <a:lnSpc>
                <a:spcPct val="100000"/>
              </a:lnSpc>
              <a:spcBef>
                <a:spcPts val="55"/>
              </a:spcBef>
              <a:buNone/>
              <a:tabLst>
                <a:tab pos="0" algn="l"/>
              </a:tabLst>
            </a:pPr>
            <a:endParaRPr lang="en-US" sz="1000" b="0" u="none" strike="noStrike">
              <a:solidFill>
                <a:srgbClr val="000000"/>
              </a:solidFill>
              <a:uFillTx/>
              <a:latin typeface="Arial" panose="020B0604020202020204"/>
            </a:endParaRPr>
          </a:p>
          <a:p>
            <a:pPr marL="431800" indent="0">
              <a:lnSpc>
                <a:spcPct val="100000"/>
              </a:lnSpc>
              <a:spcBef>
                <a:spcPts val="55"/>
              </a:spcBef>
              <a:buNone/>
              <a:tabLst>
                <a:tab pos="0" algn="l"/>
              </a:tabLst>
            </a:pPr>
            <a:endParaRPr lang="en-US" sz="1000" b="0" u="none" strike="noStrike">
              <a:solidFill>
                <a:srgbClr val="000000"/>
              </a:solidFill>
              <a:uFillTx/>
              <a:latin typeface="Arial" panose="020B0604020202020204"/>
            </a:endParaRPr>
          </a:p>
          <a:p>
            <a:pPr marL="431800" indent="0">
              <a:lnSpc>
                <a:spcPct val="100000"/>
              </a:lnSpc>
              <a:spcBef>
                <a:spcPts val="55"/>
              </a:spcBef>
              <a:buNone/>
              <a:tabLst>
                <a:tab pos="0" algn="l"/>
              </a:tabLst>
            </a:pPr>
            <a:endParaRPr lang="en-US" sz="1000" b="0" u="none" strike="noStrike">
              <a:solidFill>
                <a:srgbClr val="000000"/>
              </a:solidFill>
              <a:uFillTx/>
              <a:latin typeface="Arial" panose="020B0604020202020204"/>
            </a:endParaRPr>
          </a:p>
          <a:p>
            <a:pPr marL="431800" indent="0">
              <a:lnSpc>
                <a:spcPct val="100000"/>
              </a:lnSpc>
              <a:spcBef>
                <a:spcPts val="55"/>
              </a:spcBef>
              <a:buNone/>
              <a:tabLst>
                <a:tab pos="0" algn="l"/>
              </a:tabLst>
            </a:pPr>
            <a:endParaRPr lang="en-US" sz="1000" b="0" u="none" strike="noStrike">
              <a:solidFill>
                <a:srgbClr val="000000"/>
              </a:solidFill>
              <a:uFillTx/>
              <a:latin typeface="Arial" panose="020B0604020202020204"/>
            </a:endParaRPr>
          </a:p>
          <a:p>
            <a:pPr marL="431800" indent="0">
              <a:lnSpc>
                <a:spcPct val="100000"/>
              </a:lnSpc>
              <a:spcBef>
                <a:spcPts val="55"/>
              </a:spcBef>
              <a:buNone/>
              <a:tabLst>
                <a:tab pos="0" algn="l"/>
              </a:tabLst>
            </a:pPr>
            <a:endParaRPr lang="en-US" sz="1000" b="0" u="none" strike="noStrike">
              <a:solidFill>
                <a:srgbClr val="000000"/>
              </a:solidFill>
              <a:uFillTx/>
              <a:latin typeface="Arial" panose="020B0604020202020204"/>
            </a:endParaRPr>
          </a:p>
          <a:p>
            <a:pPr marL="431800" indent="0">
              <a:lnSpc>
                <a:spcPct val="100000"/>
              </a:lnSpc>
              <a:spcBef>
                <a:spcPts val="55"/>
              </a:spcBef>
              <a:buNone/>
              <a:tabLst>
                <a:tab pos="0" algn="l"/>
              </a:tabLst>
            </a:pPr>
            <a:endParaRPr lang="en-US" sz="1000" b="0" u="none" strike="noStrike">
              <a:solidFill>
                <a:srgbClr val="000000"/>
              </a:solidFill>
              <a:uFillTx/>
              <a:latin typeface="Arial" panose="020B0604020202020204"/>
            </a:endParaRPr>
          </a:p>
          <a:p>
            <a:pPr marL="431800" indent="0">
              <a:lnSpc>
                <a:spcPct val="100000"/>
              </a:lnSpc>
              <a:spcBef>
                <a:spcPts val="55"/>
              </a:spcBef>
              <a:buNone/>
              <a:tabLst>
                <a:tab pos="0" algn="l"/>
              </a:tabLst>
            </a:pPr>
            <a:endParaRPr lang="en-US" sz="1000" b="0" u="none" strike="noStrike">
              <a:solidFill>
                <a:srgbClr val="000000"/>
              </a:solidFill>
              <a:uFillTx/>
              <a:latin typeface="Arial" panose="020B0604020202020204"/>
            </a:endParaRPr>
          </a:p>
          <a:p>
            <a:pPr marL="431800" indent="0">
              <a:lnSpc>
                <a:spcPct val="100000"/>
              </a:lnSpc>
              <a:spcBef>
                <a:spcPts val="55"/>
              </a:spcBef>
              <a:buNone/>
              <a:tabLst>
                <a:tab pos="0" algn="l"/>
              </a:tabLst>
            </a:pPr>
            <a:endParaRPr lang="en-US" sz="1000" b="0" u="none" strike="noStrike">
              <a:solidFill>
                <a:srgbClr val="000000"/>
              </a:solidFill>
              <a:uFillTx/>
              <a:latin typeface="Arial" panose="020B0604020202020204"/>
            </a:endParaRPr>
          </a:p>
          <a:p>
            <a:pPr marL="431800" indent="0">
              <a:lnSpc>
                <a:spcPct val="100000"/>
              </a:lnSpc>
              <a:spcBef>
                <a:spcPts val="55"/>
              </a:spcBef>
              <a:buNone/>
              <a:tabLst>
                <a:tab pos="0" algn="l"/>
              </a:tabLst>
            </a:pPr>
            <a:endParaRPr lang="en-US" sz="1000" b="0" u="none" strike="noStrike">
              <a:solidFill>
                <a:srgbClr val="000000"/>
              </a:solidFill>
              <a:uFillTx/>
              <a:latin typeface="Arial" panose="020B0604020202020204"/>
            </a:endParaRPr>
          </a:p>
          <a:p>
            <a:pPr marL="431800" indent="0">
              <a:lnSpc>
                <a:spcPct val="100000"/>
              </a:lnSpc>
              <a:spcBef>
                <a:spcPts val="55"/>
              </a:spcBef>
              <a:buNone/>
              <a:tabLst>
                <a:tab pos="0" algn="l"/>
              </a:tabLst>
            </a:pPr>
            <a:endParaRPr lang="en-US" sz="1000" b="0" u="none" strike="noStrike">
              <a:solidFill>
                <a:srgbClr val="000000"/>
              </a:solidFill>
              <a:uFillTx/>
              <a:latin typeface="Arial" panose="020B0604020202020204"/>
            </a:endParaRPr>
          </a:p>
          <a:p>
            <a:pPr marL="431800" indent="0">
              <a:lnSpc>
                <a:spcPct val="100000"/>
              </a:lnSpc>
              <a:spcBef>
                <a:spcPts val="55"/>
              </a:spcBef>
              <a:buNone/>
              <a:tabLst>
                <a:tab pos="0" algn="l"/>
              </a:tabLst>
            </a:pPr>
            <a:endParaRPr lang="en-US" sz="1000" b="0" u="none" strike="noStrike">
              <a:solidFill>
                <a:srgbClr val="000000"/>
              </a:solidFill>
              <a:uFillTx/>
              <a:latin typeface="Arial" panose="020B0604020202020204"/>
            </a:endParaRPr>
          </a:p>
          <a:p>
            <a:pPr marL="431800" indent="0">
              <a:lnSpc>
                <a:spcPct val="100000"/>
              </a:lnSpc>
              <a:spcBef>
                <a:spcPts val="55"/>
              </a:spcBef>
              <a:buNone/>
              <a:tabLst>
                <a:tab pos="0" algn="l"/>
              </a:tabLst>
            </a:pPr>
            <a:endParaRPr lang="en-US" sz="1000" b="0" u="none" strike="noStrike">
              <a:solidFill>
                <a:srgbClr val="000000"/>
              </a:solidFill>
              <a:uFillTx/>
              <a:latin typeface="Arial" panose="020B0604020202020204"/>
            </a:endParaRPr>
          </a:p>
          <a:p>
            <a:pPr marL="431800" indent="0">
              <a:lnSpc>
                <a:spcPct val="100000"/>
              </a:lnSpc>
              <a:spcBef>
                <a:spcPts val="55"/>
              </a:spcBef>
              <a:buNone/>
              <a:tabLst>
                <a:tab pos="0" algn="l"/>
              </a:tabLst>
            </a:pPr>
            <a:endParaRPr lang="en-US" sz="1000" b="0" u="none" strike="noStrike">
              <a:solidFill>
                <a:srgbClr val="000000"/>
              </a:solidFill>
              <a:uFillTx/>
              <a:latin typeface="Arial" panose="020B0604020202020204"/>
            </a:endParaRPr>
          </a:p>
          <a:p>
            <a:pPr marL="431800" indent="0">
              <a:lnSpc>
                <a:spcPct val="100000"/>
              </a:lnSpc>
              <a:spcBef>
                <a:spcPts val="1190"/>
              </a:spcBef>
              <a:spcAft>
                <a:spcPts val="990"/>
              </a:spcAft>
              <a:buNone/>
              <a:tabLst>
                <a:tab pos="0" algn="l"/>
              </a:tabLst>
            </a:pPr>
            <a:endParaRPr lang="en-US" sz="1000" b="0" u="none" strike="noStrike">
              <a:solidFill>
                <a:srgbClr val="000000"/>
              </a:solidFill>
              <a:uFillTx/>
              <a:latin typeface="Arial" panose="020B0604020202020204"/>
            </a:endParaRPr>
          </a:p>
          <a:p>
            <a:pPr marL="431800" indent="0">
              <a:lnSpc>
                <a:spcPct val="100000"/>
              </a:lnSpc>
              <a:spcBef>
                <a:spcPts val="55"/>
              </a:spcBef>
              <a:buNone/>
              <a:tabLst>
                <a:tab pos="0" algn="l"/>
              </a:tabLst>
            </a:pPr>
            <a:endParaRPr lang="en-US" sz="1000" b="0" u="none" strike="noStrike">
              <a:solidFill>
                <a:srgbClr val="000000"/>
              </a:solidFill>
              <a:uFillTx/>
              <a:latin typeface="Arial" panose="020B0604020202020204"/>
            </a:endParaRPr>
          </a:p>
          <a:p>
            <a:pPr marL="431800" indent="0">
              <a:lnSpc>
                <a:spcPct val="100000"/>
              </a:lnSpc>
              <a:spcBef>
                <a:spcPts val="1190"/>
              </a:spcBef>
              <a:spcAft>
                <a:spcPts val="990"/>
              </a:spcAft>
              <a:buNone/>
              <a:tabLst>
                <a:tab pos="0" algn="l"/>
              </a:tabLst>
            </a:pPr>
            <a:endParaRPr lang="en-US" sz="1000" b="0" u="none" strike="noStrike">
              <a:solidFill>
                <a:srgbClr val="000000"/>
              </a:solidFill>
              <a:uFillTx/>
              <a:latin typeface="Arial" panose="020B0604020202020204"/>
            </a:endParaRPr>
          </a:p>
          <a:p>
            <a:pPr marL="431800" indent="0">
              <a:lnSpc>
                <a:spcPct val="100000"/>
              </a:lnSpc>
              <a:buNone/>
              <a:tabLst>
                <a:tab pos="0" algn="l"/>
              </a:tabLst>
            </a:pPr>
            <a:endParaRPr lang="en-US" sz="1000" b="0" u="none" strike="noStrike">
              <a:solidFill>
                <a:srgbClr val="000000"/>
              </a:solidFill>
              <a:uFillTx/>
              <a:latin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PlaceHolder 1"/>
          <p:cNvSpPr>
            <a:spLocks noGrp="1"/>
          </p:cNvSpPr>
          <p:nvPr>
            <p:ph type="title"/>
          </p:nvPr>
        </p:nvSpPr>
        <p:spPr>
          <a:xfrm>
            <a:off x="504000" y="226080"/>
            <a:ext cx="9070560" cy="945360"/>
          </a:xfrm>
          <a:prstGeom prst="rect">
            <a:avLst/>
          </a:prstGeom>
          <a:noFill/>
          <a:ln w="0">
            <a:noFill/>
          </a:ln>
        </p:spPr>
        <p:txBody>
          <a:bodyPr lIns="0" tIns="0" rIns="0" bIns="0" anchor="ctr">
            <a:noAutofit/>
          </a:bodyPr>
          <a:lstStyle/>
          <a:p>
            <a:pPr indent="0" algn="ctr">
              <a:lnSpc>
                <a:spcPct val="100000"/>
              </a:lnSpc>
              <a:buNone/>
              <a:tabLst>
                <a:tab pos="0" algn="l"/>
              </a:tabLst>
            </a:pPr>
            <a:r>
              <a:rPr lang="en-US" sz="4400" b="0" u="none" strike="noStrike">
                <a:solidFill>
                  <a:srgbClr val="000000"/>
                </a:solidFill>
                <a:uFillTx/>
                <a:latin typeface="Arial" panose="020B0604020202020204"/>
              </a:rPr>
              <a:t>UseState Hook</a:t>
            </a:r>
            <a:endParaRPr lang="en-US" sz="4400" b="0" u="none" strike="noStrike">
              <a:solidFill>
                <a:srgbClr val="000000"/>
              </a:solidFill>
              <a:uFillTx/>
              <a:latin typeface="Arial" panose="020B0604020202020204"/>
            </a:endParaRPr>
          </a:p>
        </p:txBody>
      </p:sp>
      <p:sp>
        <p:nvSpPr>
          <p:cNvPr id="52" name="PlaceHolder 2"/>
          <p:cNvSpPr>
            <a:spLocks noGrp="1"/>
          </p:cNvSpPr>
          <p:nvPr>
            <p:ph/>
          </p:nvPr>
        </p:nvSpPr>
        <p:spPr>
          <a:xfrm>
            <a:off x="504000" y="1326600"/>
            <a:ext cx="9070560" cy="3287160"/>
          </a:xfrm>
          <a:prstGeom prst="rect">
            <a:avLst/>
          </a:prstGeom>
          <a:noFill/>
          <a:ln w="0">
            <a:noFill/>
          </a:ln>
        </p:spPr>
        <p:txBody>
          <a:bodyPr lIns="0" tIns="0" rIns="0" bIns="0" anchor="t">
            <a:normAutofit/>
          </a:bodyPr>
          <a:lstStyle/>
          <a:p>
            <a:pPr marL="431800" indent="-323850">
              <a:lnSpc>
                <a:spcPct val="100000"/>
              </a:lnSpc>
              <a:spcBef>
                <a:spcPts val="340"/>
              </a:spcBef>
              <a:spcAft>
                <a:spcPts val="285"/>
              </a:spcAft>
              <a:buClr>
                <a:srgbClr val="000000"/>
              </a:buClr>
              <a:buSzPct val="45000"/>
              <a:buFont typeface="Wingdings" panose="05000000000000000000" pitchFamily="2" charset="2"/>
              <a:buChar char=""/>
            </a:pPr>
            <a:r>
              <a:rPr lang="en-US" sz="1100" b="0" u="none" strike="noStrike">
                <a:solidFill>
                  <a:srgbClr val="000000"/>
                </a:solidFill>
                <a:uFillTx/>
                <a:latin typeface="Arial" panose="020B0604020202020204"/>
              </a:rPr>
              <a:t>The useState hook in React is used to add state to functional components. It allows you to create and manage local state inside a component without needing a class component.</a:t>
            </a:r>
            <a:endParaRPr lang="en-US" sz="1100" b="0" u="none" strike="noStrike">
              <a:solidFill>
                <a:srgbClr val="000000"/>
              </a:solidFill>
              <a:uFillTx/>
              <a:latin typeface="Arial" panose="020B0604020202020204"/>
            </a:endParaRPr>
          </a:p>
          <a:p>
            <a:pPr marL="431800" indent="-323850">
              <a:lnSpc>
                <a:spcPct val="100000"/>
              </a:lnSpc>
              <a:spcBef>
                <a:spcPts val="340"/>
              </a:spcBef>
              <a:spcAft>
                <a:spcPts val="285"/>
              </a:spcAft>
              <a:buClr>
                <a:srgbClr val="000000"/>
              </a:buClr>
              <a:buSzPct val="45000"/>
              <a:buFont typeface="Wingdings" panose="05000000000000000000" pitchFamily="2" charset="2"/>
              <a:buChar char=""/>
            </a:pPr>
            <a:r>
              <a:rPr lang="en-US" sz="1100" b="0" u="none" strike="noStrike">
                <a:solidFill>
                  <a:srgbClr val="000000"/>
                </a:solidFill>
                <a:uFillTx/>
                <a:latin typeface="Arial" panose="020B0604020202020204"/>
              </a:rPr>
              <a:t>The useState hook returns an array. The first index of this array has the state variable. The second index has the function to update the state variable.</a:t>
            </a:r>
            <a:endParaRPr lang="en-US" sz="1100" b="0" u="none" strike="noStrike">
              <a:solidFill>
                <a:srgbClr val="000000"/>
              </a:solidFill>
              <a:uFillTx/>
              <a:latin typeface="Arial" panose="020B0604020202020204"/>
            </a:endParaRPr>
          </a:p>
          <a:p>
            <a:pPr marL="431800" indent="0">
              <a:lnSpc>
                <a:spcPct val="100000"/>
              </a:lnSpc>
              <a:spcBef>
                <a:spcPts val="340"/>
              </a:spcBef>
              <a:spcAft>
                <a:spcPts val="285"/>
              </a:spcAft>
              <a:buNone/>
            </a:pPr>
            <a:r>
              <a:rPr lang="en-US" sz="1000" b="0" u="none" strike="noStrike">
                <a:solidFill>
                  <a:srgbClr val="00A933"/>
                </a:solidFill>
                <a:uFillTx/>
                <a:latin typeface="Liberation Mono;Courier New;DejaVu Sans Mono"/>
              </a:rPr>
              <a:t>const</a:t>
            </a:r>
            <a:r>
              <a:rPr lang="en-US" sz="1000" b="0" u="none" strike="noStrike">
                <a:solidFill>
                  <a:srgbClr val="000000"/>
                </a:solidFill>
                <a:uFillTx/>
                <a:latin typeface="Liberation Mono;Courier New;DejaVu Sans Mono"/>
              </a:rPr>
              <a:t> [state, setState] = useState(initialValue); </a:t>
            </a:r>
            <a:r>
              <a:rPr lang="en-US" sz="1000" b="0" u="none" strike="noStrike">
                <a:solidFill>
                  <a:srgbClr val="00A933"/>
                </a:solidFill>
                <a:uFillTx/>
                <a:latin typeface="Liberation Mono;Courier New;DejaVu Sans Mono"/>
              </a:rPr>
              <a:t>//the array returned by useState has been destructured.</a:t>
            </a:r>
            <a:endParaRPr lang="en-US" sz="1000" b="0" u="none" strike="noStrike">
              <a:solidFill>
                <a:srgbClr val="000000"/>
              </a:solidFill>
              <a:uFillTx/>
              <a:latin typeface="Arial" panose="020B0604020202020204"/>
            </a:endParaRPr>
          </a:p>
          <a:p>
            <a:pPr marL="360045" indent="0">
              <a:lnSpc>
                <a:spcPct val="100000"/>
              </a:lnSpc>
              <a:buNone/>
              <a:tabLst>
                <a:tab pos="0" algn="l"/>
              </a:tabLst>
            </a:pPr>
            <a:r>
              <a:rPr lang="en-US" sz="1000" b="1" u="none" strike="noStrike">
                <a:solidFill>
                  <a:srgbClr val="000000"/>
                </a:solidFill>
                <a:uFillTx/>
                <a:latin typeface="Liberation Mono;Courier New;DejaVu Sans Mono"/>
                <a:ea typeface="Liberation Mono;Courier New;DejaVu Sans Mono"/>
              </a:rPr>
              <a:t>state</a:t>
            </a:r>
            <a:r>
              <a:rPr lang="en-US" sz="1000" b="0" u="none" strike="noStrike">
                <a:solidFill>
                  <a:srgbClr val="000000"/>
                </a:solidFill>
                <a:uFillTx/>
                <a:latin typeface="Liberation Mono;Courier New;DejaVu Sans Mono"/>
                <a:ea typeface="Liberation Mono;Courier New;DejaVu Sans Mono"/>
              </a:rPr>
              <a:t>: The current value of the state.</a:t>
            </a:r>
            <a:endParaRPr lang="en-US" sz="1000" b="0" u="none" strike="noStrike">
              <a:solidFill>
                <a:srgbClr val="000000"/>
              </a:solidFill>
              <a:uFillTx/>
              <a:latin typeface="Arial" panose="020B0604020202020204"/>
            </a:endParaRPr>
          </a:p>
          <a:p>
            <a:pPr marL="360045" indent="0">
              <a:lnSpc>
                <a:spcPct val="100000"/>
              </a:lnSpc>
              <a:buNone/>
              <a:tabLst>
                <a:tab pos="0" algn="l"/>
              </a:tabLst>
            </a:pPr>
            <a:r>
              <a:rPr lang="en-US" sz="1000" b="1" u="none" strike="noStrike">
                <a:solidFill>
                  <a:srgbClr val="000000"/>
                </a:solidFill>
                <a:uFillTx/>
                <a:latin typeface="Liberation Mono;Courier New;DejaVu Sans Mono"/>
                <a:ea typeface="Liberation Mono;Courier New;DejaVu Sans Mono"/>
              </a:rPr>
              <a:t>setState</a:t>
            </a:r>
            <a:r>
              <a:rPr lang="en-US" sz="1000" b="0" u="none" strike="noStrike">
                <a:solidFill>
                  <a:srgbClr val="000000"/>
                </a:solidFill>
                <a:uFillTx/>
                <a:latin typeface="Liberation Mono;Courier New;DejaVu Sans Mono"/>
                <a:ea typeface="Liberation Mono;Courier New;DejaVu Sans Mono"/>
              </a:rPr>
              <a:t>: A function to update the state.</a:t>
            </a:r>
            <a:endParaRPr lang="en-US" sz="1000" b="0" u="none" strike="noStrike">
              <a:solidFill>
                <a:srgbClr val="000000"/>
              </a:solidFill>
              <a:uFillTx/>
              <a:latin typeface="Arial" panose="020B0604020202020204"/>
            </a:endParaRPr>
          </a:p>
          <a:p>
            <a:pPr marL="360045" indent="0">
              <a:lnSpc>
                <a:spcPct val="100000"/>
              </a:lnSpc>
              <a:buNone/>
              <a:tabLst>
                <a:tab pos="0" algn="l"/>
              </a:tabLst>
            </a:pPr>
            <a:r>
              <a:rPr lang="en-US" sz="1000" b="1" u="none" strike="noStrike">
                <a:solidFill>
                  <a:srgbClr val="000000"/>
                </a:solidFill>
                <a:uFillTx/>
                <a:latin typeface="Liberation Mono;Courier New;DejaVu Sans Mono"/>
                <a:ea typeface="Liberation Mono;Courier New;DejaVu Sans Mono"/>
              </a:rPr>
              <a:t>initialValue</a:t>
            </a:r>
            <a:r>
              <a:rPr lang="en-US" sz="1000" b="0" u="none" strike="noStrike">
                <a:solidFill>
                  <a:srgbClr val="000000"/>
                </a:solidFill>
                <a:uFillTx/>
                <a:latin typeface="Liberation Mono;Courier New;DejaVu Sans Mono"/>
                <a:ea typeface="Liberation Mono;Courier New;DejaVu Sans Mono"/>
              </a:rPr>
              <a:t>: The initial state value (can be a primitive, object, array, or function).</a:t>
            </a:r>
            <a:endParaRPr lang="en-US" sz="1000" b="0" u="none" strike="noStrike">
              <a:solidFill>
                <a:srgbClr val="000000"/>
              </a:solidFill>
              <a:uFillTx/>
              <a:latin typeface="Arial" panose="020B0604020202020204"/>
            </a:endParaRPr>
          </a:p>
        </p:txBody>
      </p:sp>
      <p:sp>
        <p:nvSpPr>
          <p:cNvPr id="53" name="Rectangle 52"/>
          <p:cNvSpPr/>
          <p:nvPr/>
        </p:nvSpPr>
        <p:spPr>
          <a:xfrm>
            <a:off x="901800" y="2971800"/>
            <a:ext cx="4127400" cy="2382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r>
              <a:rPr lang="en-US" sz="1000" b="0" u="none" strike="noStrike">
                <a:solidFill>
                  <a:srgbClr val="00A933"/>
                </a:solidFill>
                <a:uFillTx/>
                <a:latin typeface="Liberation Mono;Courier New;DejaVu Sans Mono"/>
              </a:rPr>
              <a:t>import</a:t>
            </a:r>
            <a:r>
              <a:rPr lang="en-US" sz="1000" b="0" u="none" strike="noStrike">
                <a:solidFill>
                  <a:srgbClr val="000000"/>
                </a:solidFill>
                <a:uFillTx/>
                <a:latin typeface="Liberation Mono;Courier New;DejaVu Sans Mono"/>
              </a:rPr>
              <a:t> { useState } from "react";</a:t>
            </a:r>
            <a:endParaRPr lang="en-US" sz="1000" b="0" u="none" strike="noStrike">
              <a:solidFill>
                <a:srgbClr val="000000"/>
              </a:solidFill>
              <a:uFillTx/>
              <a:latin typeface="Arial" panose="020B0604020202020204"/>
            </a:endParaRPr>
          </a:p>
          <a:p>
            <a:pPr>
              <a:lnSpc>
                <a:spcPct val="100000"/>
              </a:lnSpc>
            </a:pPr>
            <a:endParaRPr lang="en-US" sz="1000" b="0" u="none" strike="noStrike">
              <a:solidFill>
                <a:srgbClr val="000000"/>
              </a:solidFill>
              <a:uFillTx/>
              <a:latin typeface="Arial" panose="020B0604020202020204"/>
            </a:endParaRPr>
          </a:p>
          <a:p>
            <a:pPr>
              <a:lnSpc>
                <a:spcPct val="100000"/>
              </a:lnSpc>
            </a:pPr>
            <a:r>
              <a:rPr lang="en-US" sz="1000" b="0" u="none" strike="noStrike">
                <a:solidFill>
                  <a:srgbClr val="00A933"/>
                </a:solidFill>
                <a:uFillTx/>
                <a:latin typeface="Liberation Mono;Courier New;DejaVu Sans Mono"/>
                <a:ea typeface="Liberation Mono;Courier New;DejaVu Sans Mono"/>
              </a:rPr>
              <a:t>const</a:t>
            </a:r>
            <a:r>
              <a:rPr lang="en-US" sz="1000" b="0" u="none" strike="noStrike">
                <a:solidFill>
                  <a:srgbClr val="000000"/>
                </a:solidFill>
                <a:uFillTx/>
                <a:latin typeface="Liberation Mono;Courier New;DejaVu Sans Mono"/>
                <a:ea typeface="Liberation Mono;Courier New;DejaVu Sans Mono"/>
              </a:rPr>
              <a:t> Counter = () =&gt; {</a:t>
            </a:r>
            <a:endParaRPr lang="en-US" sz="1000" b="0" u="none" strike="noStrike">
              <a:solidFill>
                <a:srgbClr val="000000"/>
              </a:solidFill>
              <a:uFillTx/>
              <a:latin typeface="Arial" panose="020B0604020202020204"/>
            </a:endParaRPr>
          </a:p>
          <a:p>
            <a:pPr>
              <a:lnSpc>
                <a:spcPct val="100000"/>
              </a:lnSpc>
            </a:pPr>
            <a:r>
              <a:rPr lang="en-US" sz="1000" b="0" u="none" strike="noStrike">
                <a:solidFill>
                  <a:srgbClr val="000000"/>
                </a:solidFill>
                <a:uFillTx/>
                <a:latin typeface="Liberation Mono;Courier New;DejaVu Sans Mono"/>
                <a:ea typeface="Liberation Mono;Courier New;DejaVu Sans Mono"/>
              </a:rPr>
              <a:t>  </a:t>
            </a:r>
            <a:r>
              <a:rPr lang="en-US" sz="1000" b="0" u="none" strike="noStrike">
                <a:solidFill>
                  <a:srgbClr val="00A933"/>
                </a:solidFill>
                <a:uFillTx/>
                <a:latin typeface="Liberation Mono;Courier New;DejaVu Sans Mono"/>
                <a:ea typeface="Liberation Mono;Courier New;DejaVu Sans Mono"/>
              </a:rPr>
              <a:t>const</a:t>
            </a:r>
            <a:r>
              <a:rPr lang="en-US" sz="1000" b="0" u="none" strike="noStrike">
                <a:solidFill>
                  <a:srgbClr val="000000"/>
                </a:solidFill>
                <a:uFillTx/>
                <a:latin typeface="Liberation Mono;Courier New;DejaVu Sans Mono"/>
                <a:ea typeface="Liberation Mono;Courier New;DejaVu Sans Mono"/>
              </a:rPr>
              <a:t> [count, setCount] = useState(0);</a:t>
            </a:r>
            <a:endParaRPr lang="en-US" sz="1000" b="0" u="none" strike="noStrike">
              <a:solidFill>
                <a:srgbClr val="000000"/>
              </a:solidFill>
              <a:uFillTx/>
              <a:latin typeface="Arial" panose="020B0604020202020204"/>
            </a:endParaRPr>
          </a:p>
          <a:p>
            <a:pPr>
              <a:lnSpc>
                <a:spcPct val="100000"/>
              </a:lnSpc>
            </a:pPr>
            <a:r>
              <a:rPr lang="en-US" sz="1000" b="0" u="none" strike="noStrike">
                <a:solidFill>
                  <a:srgbClr val="000000"/>
                </a:solidFill>
                <a:uFillTx/>
                <a:latin typeface="Liberation Mono;Courier New;DejaVu Sans Mono"/>
                <a:ea typeface="Liberation Mono;Courier New;DejaVu Sans Mono"/>
              </a:rPr>
              <a:t>  </a:t>
            </a:r>
            <a:r>
              <a:rPr lang="en-US" sz="1000" b="0" u="none" strike="noStrike">
                <a:solidFill>
                  <a:srgbClr val="00A933"/>
                </a:solidFill>
                <a:uFillTx/>
                <a:latin typeface="Liberation Mono;Courier New;DejaVu Sans Mono"/>
                <a:ea typeface="Liberation Mono;Courier New;DejaVu Sans Mono"/>
              </a:rPr>
              <a:t>const</a:t>
            </a:r>
            <a:r>
              <a:rPr lang="en-US" sz="1000" b="0" u="none" strike="noStrike">
                <a:solidFill>
                  <a:srgbClr val="000000"/>
                </a:solidFill>
                <a:uFillTx/>
                <a:latin typeface="Liberation Mono;Courier New;DejaVu Sans Mono"/>
                <a:ea typeface="Liberation Mono;Courier New;DejaVu Sans Mono"/>
              </a:rPr>
              <a:t> increment = () =&gt; {</a:t>
            </a:r>
            <a:endParaRPr lang="en-US" sz="1000" b="0" u="none" strike="noStrike">
              <a:solidFill>
                <a:srgbClr val="000000"/>
              </a:solidFill>
              <a:uFillTx/>
              <a:latin typeface="Arial" panose="020B0604020202020204"/>
            </a:endParaRPr>
          </a:p>
          <a:p>
            <a:pPr>
              <a:lnSpc>
                <a:spcPct val="100000"/>
              </a:lnSpc>
            </a:pPr>
            <a:r>
              <a:rPr lang="en-US" sz="1000" b="0" u="none" strike="noStrike">
                <a:solidFill>
                  <a:srgbClr val="000000"/>
                </a:solidFill>
                <a:uFillTx/>
                <a:latin typeface="Liberation Mono;Courier New;DejaVu Sans Mono"/>
                <a:ea typeface="Liberation Mono;Courier New;DejaVu Sans Mono"/>
              </a:rPr>
              <a:t>    setCount((prevCount) =&gt; prevCount + 1);</a:t>
            </a:r>
            <a:endParaRPr lang="en-US" sz="1000" b="0" u="none" strike="noStrike">
              <a:solidFill>
                <a:srgbClr val="000000"/>
              </a:solidFill>
              <a:uFillTx/>
              <a:latin typeface="Arial" panose="020B0604020202020204"/>
            </a:endParaRPr>
          </a:p>
          <a:p>
            <a:pPr>
              <a:lnSpc>
                <a:spcPct val="100000"/>
              </a:lnSpc>
            </a:pPr>
            <a:r>
              <a:rPr lang="en-US" sz="1000" b="0" u="none" strike="noStrike">
                <a:solidFill>
                  <a:srgbClr val="000000"/>
                </a:solidFill>
                <a:uFillTx/>
                <a:latin typeface="Liberation Mono;Courier New;DejaVu Sans Mono"/>
                <a:ea typeface="Liberation Mono;Courier New;DejaVu Sans Mono"/>
              </a:rPr>
              <a:t>  };</a:t>
            </a:r>
            <a:endParaRPr lang="en-US" sz="1000" b="0" u="none" strike="noStrike">
              <a:solidFill>
                <a:srgbClr val="000000"/>
              </a:solidFill>
              <a:uFillTx/>
              <a:latin typeface="Arial" panose="020B0604020202020204"/>
            </a:endParaRPr>
          </a:p>
          <a:p>
            <a:pPr>
              <a:lnSpc>
                <a:spcPct val="100000"/>
              </a:lnSpc>
            </a:pPr>
            <a:r>
              <a:rPr lang="en-US" sz="1000" b="0" u="none" strike="noStrike">
                <a:solidFill>
                  <a:srgbClr val="000000"/>
                </a:solidFill>
                <a:uFillTx/>
                <a:latin typeface="Liberation Mono;Courier New;DejaVu Sans Mono"/>
                <a:ea typeface="Liberation Mono;Courier New;DejaVu Sans Mono"/>
              </a:rPr>
              <a:t>  </a:t>
            </a:r>
            <a:r>
              <a:rPr lang="en-US" sz="1000" b="0" u="none" strike="noStrike">
                <a:solidFill>
                  <a:srgbClr val="00A933"/>
                </a:solidFill>
                <a:uFillTx/>
                <a:latin typeface="Liberation Mono;Courier New;DejaVu Sans Mono"/>
                <a:ea typeface="Liberation Mono;Courier New;DejaVu Sans Mono"/>
              </a:rPr>
              <a:t>return</a:t>
            </a:r>
            <a:r>
              <a:rPr lang="en-US" sz="1000" b="0" u="none" strike="noStrike">
                <a:solidFill>
                  <a:srgbClr val="000000"/>
                </a:solidFill>
                <a:uFillTx/>
                <a:latin typeface="Liberation Mono;Courier New;DejaVu Sans Mono"/>
                <a:ea typeface="Liberation Mono;Courier New;DejaVu Sans Mono"/>
              </a:rPr>
              <a:t> (</a:t>
            </a:r>
            <a:endParaRPr lang="en-US" sz="1000" b="0" u="none" strike="noStrike">
              <a:solidFill>
                <a:srgbClr val="000000"/>
              </a:solidFill>
              <a:uFillTx/>
              <a:latin typeface="Arial" panose="020B0604020202020204"/>
            </a:endParaRPr>
          </a:p>
          <a:p>
            <a:pPr>
              <a:lnSpc>
                <a:spcPct val="100000"/>
              </a:lnSpc>
            </a:pPr>
            <a:r>
              <a:rPr lang="en-US" sz="1000" b="0" u="none" strike="noStrike">
                <a:solidFill>
                  <a:srgbClr val="000000"/>
                </a:solidFill>
                <a:uFillTx/>
                <a:latin typeface="Liberation Mono;Courier New;DejaVu Sans Mono"/>
                <a:ea typeface="Liberation Mono;Courier New;DejaVu Sans Mono"/>
              </a:rPr>
              <a:t>    &lt;div&gt;</a:t>
            </a:r>
            <a:endParaRPr lang="en-US" sz="1000" b="0" u="none" strike="noStrike">
              <a:solidFill>
                <a:srgbClr val="000000"/>
              </a:solidFill>
              <a:uFillTx/>
              <a:latin typeface="Arial" panose="020B0604020202020204"/>
            </a:endParaRPr>
          </a:p>
          <a:p>
            <a:pPr>
              <a:lnSpc>
                <a:spcPct val="100000"/>
              </a:lnSpc>
            </a:pPr>
            <a:r>
              <a:rPr lang="en-US" sz="1000" b="0" u="none" strike="noStrike">
                <a:solidFill>
                  <a:srgbClr val="000000"/>
                </a:solidFill>
                <a:uFillTx/>
                <a:latin typeface="Liberation Mono;Courier New;DejaVu Sans Mono"/>
                <a:ea typeface="Liberation Mono;Courier New;DejaVu Sans Mono"/>
              </a:rPr>
              <a:t>      &lt;p&gt;Count: {count}&lt;/p&gt;</a:t>
            </a:r>
            <a:endParaRPr lang="en-US" sz="1000" b="0" u="none" strike="noStrike">
              <a:solidFill>
                <a:srgbClr val="000000"/>
              </a:solidFill>
              <a:uFillTx/>
              <a:latin typeface="Arial" panose="020B0604020202020204"/>
            </a:endParaRPr>
          </a:p>
          <a:p>
            <a:pPr>
              <a:lnSpc>
                <a:spcPct val="100000"/>
              </a:lnSpc>
            </a:pPr>
            <a:r>
              <a:rPr lang="en-US" sz="1000" b="0" u="none" strike="noStrike">
                <a:solidFill>
                  <a:srgbClr val="000000"/>
                </a:solidFill>
                <a:uFillTx/>
                <a:latin typeface="Liberation Mono;Courier New;DejaVu Sans Mono"/>
                <a:ea typeface="Liberation Mono;Courier New;DejaVu Sans Mono"/>
              </a:rPr>
              <a:t>      &lt;button onClick={increment}&gt;Increment&lt;/button&gt;</a:t>
            </a:r>
            <a:endParaRPr lang="en-US" sz="1000" b="0" u="none" strike="noStrike">
              <a:solidFill>
                <a:srgbClr val="000000"/>
              </a:solidFill>
              <a:uFillTx/>
              <a:latin typeface="Arial" panose="020B0604020202020204"/>
            </a:endParaRPr>
          </a:p>
          <a:p>
            <a:pPr>
              <a:lnSpc>
                <a:spcPct val="100000"/>
              </a:lnSpc>
            </a:pPr>
            <a:r>
              <a:rPr lang="en-US" sz="1000" b="0" u="none" strike="noStrike">
                <a:solidFill>
                  <a:srgbClr val="000000"/>
                </a:solidFill>
                <a:uFillTx/>
                <a:latin typeface="Liberation Mono;Courier New;DejaVu Sans Mono"/>
                <a:ea typeface="Liberation Mono;Courier New;DejaVu Sans Mono"/>
              </a:rPr>
              <a:t>    &lt;/div&gt;</a:t>
            </a:r>
            <a:endParaRPr lang="en-US" sz="1000" b="0" u="none" strike="noStrike">
              <a:solidFill>
                <a:srgbClr val="000000"/>
              </a:solidFill>
              <a:uFillTx/>
              <a:latin typeface="Arial" panose="020B0604020202020204"/>
            </a:endParaRPr>
          </a:p>
          <a:p>
            <a:pPr>
              <a:lnSpc>
                <a:spcPct val="100000"/>
              </a:lnSpc>
            </a:pPr>
            <a:r>
              <a:rPr lang="en-US" sz="1000" b="0" u="none" strike="noStrike">
                <a:solidFill>
                  <a:srgbClr val="000000"/>
                </a:solidFill>
                <a:uFillTx/>
                <a:latin typeface="Liberation Mono;Courier New;DejaVu Sans Mono"/>
                <a:ea typeface="Liberation Mono;Courier New;DejaVu Sans Mono"/>
              </a:rPr>
              <a:t>  );</a:t>
            </a:r>
            <a:endParaRPr lang="en-US" sz="1000" b="0" u="none" strike="noStrike">
              <a:solidFill>
                <a:srgbClr val="000000"/>
              </a:solidFill>
              <a:uFillTx/>
              <a:latin typeface="Arial" panose="020B0604020202020204"/>
            </a:endParaRPr>
          </a:p>
          <a:p>
            <a:pPr>
              <a:lnSpc>
                <a:spcPct val="100000"/>
              </a:lnSpc>
            </a:pPr>
            <a:r>
              <a:rPr lang="en-US" sz="1000" b="0" u="none" strike="noStrike">
                <a:solidFill>
                  <a:srgbClr val="000000"/>
                </a:solidFill>
                <a:uFillTx/>
                <a:latin typeface="Liberation Mono;Courier New;DejaVu Sans Mono"/>
                <a:ea typeface="Liberation Mono;Courier New;DejaVu Sans Mono"/>
              </a:rPr>
              <a:t>};</a:t>
            </a:r>
            <a:endParaRPr lang="en-US" sz="1000" b="0" u="none" strike="noStrike">
              <a:solidFill>
                <a:srgbClr val="000000"/>
              </a:solidFill>
              <a:uFillTx/>
              <a:latin typeface="Arial" panose="020B0604020202020204"/>
            </a:endParaRPr>
          </a:p>
          <a:p>
            <a:pPr>
              <a:lnSpc>
                <a:spcPct val="100000"/>
              </a:lnSpc>
            </a:pPr>
            <a:endParaRPr lang="en-US" sz="1000" b="0" u="none" strike="noStrike">
              <a:solidFill>
                <a:srgbClr val="000000"/>
              </a:solidFill>
              <a:uFillTx/>
              <a:latin typeface="Arial" panose="020B0604020202020204"/>
            </a:endParaRPr>
          </a:p>
          <a:p>
            <a:pPr>
              <a:lnSpc>
                <a:spcPct val="100000"/>
              </a:lnSpc>
            </a:pPr>
            <a:r>
              <a:rPr lang="en-US" sz="1000" b="0" u="none" strike="noStrike">
                <a:solidFill>
                  <a:srgbClr val="00A933"/>
                </a:solidFill>
                <a:uFillTx/>
                <a:latin typeface="Liberation Mono;Courier New;DejaVu Sans Mono"/>
                <a:ea typeface="Liberation Mono;Courier New;DejaVu Sans Mono"/>
              </a:rPr>
              <a:t>export default </a:t>
            </a:r>
            <a:r>
              <a:rPr lang="en-US" sz="1000" b="0" u="none" strike="noStrike">
                <a:solidFill>
                  <a:srgbClr val="000000"/>
                </a:solidFill>
                <a:uFillTx/>
                <a:latin typeface="Liberation Mono;Courier New;DejaVu Sans Mono"/>
                <a:ea typeface="Liberation Mono;Courier New;DejaVu Sans Mono"/>
              </a:rPr>
              <a:t>Counter; </a:t>
            </a:r>
            <a:endParaRPr lang="en-US" sz="1000" b="0" u="none" strike="noStrike">
              <a:solidFill>
                <a:srgbClr val="000000"/>
              </a:solidFill>
              <a:uFillTx/>
              <a:latin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PlaceHolder 1"/>
          <p:cNvSpPr>
            <a:spLocks noGrp="1"/>
          </p:cNvSpPr>
          <p:nvPr>
            <p:ph type="title"/>
          </p:nvPr>
        </p:nvSpPr>
        <p:spPr>
          <a:xfrm>
            <a:off x="504000" y="226080"/>
            <a:ext cx="9070560" cy="945360"/>
          </a:xfrm>
          <a:prstGeom prst="rect">
            <a:avLst/>
          </a:prstGeom>
          <a:noFill/>
          <a:ln w="0">
            <a:noFill/>
          </a:ln>
        </p:spPr>
        <p:txBody>
          <a:bodyPr lIns="0" tIns="0" rIns="0" bIns="0" anchor="ctr">
            <a:noAutofit/>
          </a:bodyPr>
          <a:lstStyle/>
          <a:p>
            <a:pPr indent="0" algn="ctr">
              <a:lnSpc>
                <a:spcPct val="100000"/>
              </a:lnSpc>
              <a:buNone/>
              <a:tabLst>
                <a:tab pos="0" algn="l"/>
              </a:tabLst>
            </a:pPr>
            <a:r>
              <a:rPr lang="en-US" sz="4400" b="0" u="none" strike="noStrike">
                <a:solidFill>
                  <a:srgbClr val="000000"/>
                </a:solidFill>
                <a:uFillTx/>
                <a:latin typeface="Arial" panose="020B0604020202020204"/>
              </a:rPr>
              <a:t>UseState Hook</a:t>
            </a:r>
            <a:endParaRPr lang="en-US" sz="4400" b="0" u="none" strike="noStrike">
              <a:solidFill>
                <a:srgbClr val="000000"/>
              </a:solidFill>
              <a:uFillTx/>
              <a:latin typeface="Arial" panose="020B0604020202020204"/>
            </a:endParaRPr>
          </a:p>
        </p:txBody>
      </p:sp>
      <p:sp>
        <p:nvSpPr>
          <p:cNvPr id="55" name="PlaceHolder 2"/>
          <p:cNvSpPr>
            <a:spLocks noGrp="1"/>
          </p:cNvSpPr>
          <p:nvPr>
            <p:ph/>
          </p:nvPr>
        </p:nvSpPr>
        <p:spPr>
          <a:xfrm>
            <a:off x="504000" y="1326600"/>
            <a:ext cx="9070560" cy="3287160"/>
          </a:xfrm>
          <a:prstGeom prst="rect">
            <a:avLst/>
          </a:prstGeom>
          <a:noFill/>
          <a:ln w="0">
            <a:noFill/>
          </a:ln>
        </p:spPr>
        <p:txBody>
          <a:bodyPr lIns="0" tIns="0" rIns="0" bIns="0" anchor="t">
            <a:normAutofit/>
          </a:bodyPr>
          <a:lstStyle/>
          <a:p>
            <a:pPr marL="431800" indent="-323850">
              <a:lnSpc>
                <a:spcPct val="100000"/>
              </a:lnSpc>
              <a:spcBef>
                <a:spcPts val="1190"/>
              </a:spcBef>
              <a:spcAft>
                <a:spcPts val="990"/>
              </a:spcAft>
              <a:buClr>
                <a:srgbClr val="000000"/>
              </a:buClr>
              <a:buSzPct val="45000"/>
              <a:buFont typeface="Wingdings" panose="05000000000000000000" pitchFamily="2" charset="2"/>
              <a:buChar char=""/>
            </a:pPr>
            <a:r>
              <a:rPr lang="en-US" sz="1100" b="0" u="none" strike="noStrike">
                <a:solidFill>
                  <a:srgbClr val="000000"/>
                </a:solidFill>
                <a:uFillTx/>
                <a:latin typeface="Arial" panose="020B0604020202020204"/>
              </a:rPr>
              <a:t>If you want to partially update state in React using useState, you should pass a callback in state update function. The callback is passed the previous state. Use the spread operator (...) to merge the new changes while keeping the existing state values.</a:t>
            </a:r>
            <a:endParaRPr lang="en-US" sz="1100" b="0" u="none" strike="noStrike">
              <a:solidFill>
                <a:srgbClr val="000000"/>
              </a:solidFill>
              <a:uFillTx/>
              <a:latin typeface="Arial" panose="020B0604020202020204"/>
            </a:endParaRPr>
          </a:p>
          <a:p>
            <a:pPr marL="431800" indent="0">
              <a:lnSpc>
                <a:spcPct val="100000"/>
              </a:lnSpc>
              <a:spcBef>
                <a:spcPts val="1190"/>
              </a:spcBef>
              <a:spcAft>
                <a:spcPts val="990"/>
              </a:spcAft>
              <a:buNone/>
              <a:tabLst>
                <a:tab pos="0" algn="l"/>
              </a:tabLst>
            </a:pPr>
            <a:endParaRPr lang="en-US" sz="1000" b="0" u="none" strike="noStrike">
              <a:solidFill>
                <a:srgbClr val="000000"/>
              </a:solidFill>
              <a:uFillTx/>
              <a:latin typeface="Arial" panose="020B0604020202020204"/>
            </a:endParaRPr>
          </a:p>
        </p:txBody>
      </p:sp>
      <p:sp>
        <p:nvSpPr>
          <p:cNvPr id="56" name="Rectangle 55"/>
          <p:cNvSpPr/>
          <p:nvPr/>
        </p:nvSpPr>
        <p:spPr>
          <a:xfrm>
            <a:off x="914400" y="1828800"/>
            <a:ext cx="6177240" cy="2669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r>
              <a:rPr lang="en-US" sz="1000" b="0" u="none" strike="noStrike">
                <a:solidFill>
                  <a:srgbClr val="00A933"/>
                </a:solidFill>
                <a:uFillTx/>
                <a:latin typeface="Liberation Mono;Courier New;DejaVu Sans Mono"/>
              </a:rPr>
              <a:t>import</a:t>
            </a:r>
            <a:r>
              <a:rPr lang="en-US" sz="1000" b="0" u="none" strike="noStrike">
                <a:solidFill>
                  <a:srgbClr val="000000"/>
                </a:solidFill>
                <a:uFillTx/>
                <a:latin typeface="Liberation Mono;Courier New;DejaVu Sans Mono"/>
              </a:rPr>
              <a:t> { useState } from "react";</a:t>
            </a:r>
            <a:endParaRPr lang="en-US" sz="1000" b="0" u="none" strike="noStrike">
              <a:solidFill>
                <a:srgbClr val="000000"/>
              </a:solidFill>
              <a:uFillTx/>
              <a:latin typeface="Arial" panose="020B0604020202020204"/>
            </a:endParaRPr>
          </a:p>
          <a:p>
            <a:pPr>
              <a:lnSpc>
                <a:spcPct val="100000"/>
              </a:lnSpc>
            </a:pPr>
            <a:endParaRPr lang="en-US" sz="1000" b="0" u="none" strike="noStrike">
              <a:solidFill>
                <a:srgbClr val="000000"/>
              </a:solidFill>
              <a:uFillTx/>
              <a:latin typeface="Arial" panose="020B0604020202020204"/>
            </a:endParaRPr>
          </a:p>
          <a:p>
            <a:pPr>
              <a:lnSpc>
                <a:spcPct val="100000"/>
              </a:lnSpc>
            </a:pPr>
            <a:r>
              <a:rPr lang="en-US" sz="1000" b="0" u="none" strike="noStrike">
                <a:solidFill>
                  <a:srgbClr val="00A933"/>
                </a:solidFill>
                <a:uFillTx/>
                <a:latin typeface="Liberation Mono;Courier New;DejaVu Sans Mono"/>
                <a:ea typeface="Liberation Mono;Courier New;DejaVu Sans Mono"/>
              </a:rPr>
              <a:t>const</a:t>
            </a:r>
            <a:r>
              <a:rPr lang="en-US" sz="1000" b="0" u="none" strike="noStrike">
                <a:solidFill>
                  <a:srgbClr val="000000"/>
                </a:solidFill>
                <a:uFillTx/>
                <a:latin typeface="Liberation Mono;Courier New;DejaVu Sans Mono"/>
                <a:ea typeface="Liberation Mono;Courier New;DejaVu Sans Mono"/>
              </a:rPr>
              <a:t> UserProfile = () =&gt; {</a:t>
            </a:r>
            <a:endParaRPr lang="en-US" sz="1000" b="0" u="none" strike="noStrike">
              <a:solidFill>
                <a:srgbClr val="000000"/>
              </a:solidFill>
              <a:uFillTx/>
              <a:latin typeface="Arial" panose="020B0604020202020204"/>
            </a:endParaRPr>
          </a:p>
          <a:p>
            <a:pPr>
              <a:lnSpc>
                <a:spcPct val="100000"/>
              </a:lnSpc>
            </a:pPr>
            <a:r>
              <a:rPr lang="en-US" sz="1000" b="0" u="none" strike="noStrike">
                <a:solidFill>
                  <a:srgbClr val="000000"/>
                </a:solidFill>
                <a:uFillTx/>
                <a:latin typeface="Liberation Mono;Courier New;DejaVu Sans Mono"/>
                <a:ea typeface="Liberation Mono;Courier New;DejaVu Sans Mono"/>
              </a:rPr>
              <a:t>  </a:t>
            </a:r>
            <a:r>
              <a:rPr lang="en-US" sz="1000" b="0" u="none" strike="noStrike">
                <a:solidFill>
                  <a:srgbClr val="00A933"/>
                </a:solidFill>
                <a:uFillTx/>
                <a:latin typeface="Liberation Mono;Courier New;DejaVu Sans Mono"/>
                <a:ea typeface="Liberation Mono;Courier New;DejaVu Sans Mono"/>
              </a:rPr>
              <a:t>const</a:t>
            </a:r>
            <a:r>
              <a:rPr lang="en-US" sz="1000" b="0" u="none" strike="noStrike">
                <a:solidFill>
                  <a:srgbClr val="000000"/>
                </a:solidFill>
                <a:uFillTx/>
                <a:latin typeface="Liberation Mono;Courier New;DejaVu Sans Mono"/>
                <a:ea typeface="Liberation Mono;Courier New;DejaVu Sans Mono"/>
              </a:rPr>
              <a:t> [user, setUser] = useState({ name: "John", age: 25, location: "USA" });</a:t>
            </a:r>
            <a:endParaRPr lang="en-US" sz="1000" b="0" u="none" strike="noStrike">
              <a:solidFill>
                <a:srgbClr val="000000"/>
              </a:solidFill>
              <a:uFillTx/>
              <a:latin typeface="Arial" panose="020B0604020202020204"/>
            </a:endParaRPr>
          </a:p>
          <a:p>
            <a:pPr>
              <a:lnSpc>
                <a:spcPct val="100000"/>
              </a:lnSpc>
            </a:pPr>
            <a:r>
              <a:rPr lang="en-US" sz="1000" b="0" u="none" strike="noStrike">
                <a:solidFill>
                  <a:srgbClr val="000000"/>
                </a:solidFill>
                <a:uFillTx/>
                <a:latin typeface="Liberation Mono;Courier New;DejaVu Sans Mono"/>
                <a:ea typeface="Liberation Mono;Courier New;DejaVu Sans Mono"/>
              </a:rPr>
              <a:t>  </a:t>
            </a:r>
            <a:r>
              <a:rPr lang="en-US" sz="1000" b="0" u="none" strike="noStrike">
                <a:solidFill>
                  <a:srgbClr val="00A933"/>
                </a:solidFill>
                <a:uFillTx/>
                <a:latin typeface="Liberation Mono;Courier New;DejaVu Sans Mono"/>
                <a:ea typeface="Liberation Mono;Courier New;DejaVu Sans Mono"/>
              </a:rPr>
              <a:t>const</a:t>
            </a:r>
            <a:r>
              <a:rPr lang="en-US" sz="1000" b="0" u="none" strike="noStrike">
                <a:solidFill>
                  <a:srgbClr val="000000"/>
                </a:solidFill>
                <a:uFillTx/>
                <a:latin typeface="Liberation Mono;Courier New;DejaVu Sans Mono"/>
                <a:ea typeface="Liberation Mono;Courier New;DejaVu Sans Mono"/>
              </a:rPr>
              <a:t> updateAge = () =&gt; {</a:t>
            </a:r>
            <a:endParaRPr lang="en-US" sz="1000" b="0" u="none" strike="noStrike">
              <a:solidFill>
                <a:srgbClr val="000000"/>
              </a:solidFill>
              <a:uFillTx/>
              <a:latin typeface="Arial" panose="020B0604020202020204"/>
            </a:endParaRPr>
          </a:p>
          <a:p>
            <a:pPr>
              <a:lnSpc>
                <a:spcPct val="100000"/>
              </a:lnSpc>
            </a:pPr>
            <a:r>
              <a:rPr lang="en-US" sz="1000" b="0" u="none" strike="noStrike">
                <a:solidFill>
                  <a:srgbClr val="000000"/>
                </a:solidFill>
                <a:uFillTx/>
                <a:latin typeface="Liberation Mono;Courier New;DejaVu Sans Mono"/>
                <a:ea typeface="Liberation Mono;Courier New;DejaVu Sans Mono"/>
              </a:rPr>
              <a:t>    setUser((prevUser) =&gt; ({ ...prevUser, age: prevUser.age + 1 }));</a:t>
            </a:r>
            <a:endParaRPr lang="en-US" sz="1000" b="0" u="none" strike="noStrike">
              <a:solidFill>
                <a:srgbClr val="000000"/>
              </a:solidFill>
              <a:uFillTx/>
              <a:latin typeface="Arial" panose="020B0604020202020204"/>
            </a:endParaRPr>
          </a:p>
          <a:p>
            <a:pPr>
              <a:lnSpc>
                <a:spcPct val="100000"/>
              </a:lnSpc>
            </a:pPr>
            <a:r>
              <a:rPr lang="en-US" sz="1000" b="0" u="none" strike="noStrike">
                <a:solidFill>
                  <a:srgbClr val="000000"/>
                </a:solidFill>
                <a:uFillTx/>
                <a:latin typeface="Liberation Mono;Courier New;DejaVu Sans Mono"/>
                <a:ea typeface="Liberation Mono;Courier New;DejaVu Sans Mono"/>
              </a:rPr>
              <a:t>  };</a:t>
            </a:r>
            <a:endParaRPr lang="en-US" sz="1000" b="0" u="none" strike="noStrike">
              <a:solidFill>
                <a:srgbClr val="000000"/>
              </a:solidFill>
              <a:uFillTx/>
              <a:latin typeface="Arial" panose="020B0604020202020204"/>
            </a:endParaRPr>
          </a:p>
          <a:p>
            <a:pPr>
              <a:lnSpc>
                <a:spcPct val="100000"/>
              </a:lnSpc>
            </a:pPr>
            <a:r>
              <a:rPr lang="en-US" sz="1000" b="0" u="none" strike="noStrike">
                <a:solidFill>
                  <a:srgbClr val="000000"/>
                </a:solidFill>
                <a:uFillTx/>
                <a:latin typeface="Liberation Mono;Courier New;DejaVu Sans Mono"/>
                <a:ea typeface="Liberation Mono;Courier New;DejaVu Sans Mono"/>
              </a:rPr>
              <a:t>  </a:t>
            </a:r>
            <a:r>
              <a:rPr lang="en-US" sz="1000" b="0" u="none" strike="noStrike">
                <a:solidFill>
                  <a:srgbClr val="00A933"/>
                </a:solidFill>
                <a:uFillTx/>
                <a:latin typeface="Liberation Mono;Courier New;DejaVu Sans Mono"/>
                <a:ea typeface="Liberation Mono;Courier New;DejaVu Sans Mono"/>
              </a:rPr>
              <a:t>return</a:t>
            </a:r>
            <a:r>
              <a:rPr lang="en-US" sz="1000" b="0" u="none" strike="noStrike">
                <a:solidFill>
                  <a:srgbClr val="000000"/>
                </a:solidFill>
                <a:uFillTx/>
                <a:latin typeface="Liberation Mono;Courier New;DejaVu Sans Mono"/>
                <a:ea typeface="Liberation Mono;Courier New;DejaVu Sans Mono"/>
              </a:rPr>
              <a:t> (</a:t>
            </a:r>
            <a:endParaRPr lang="en-US" sz="1000" b="0" u="none" strike="noStrike">
              <a:solidFill>
                <a:srgbClr val="000000"/>
              </a:solidFill>
              <a:uFillTx/>
              <a:latin typeface="Arial" panose="020B0604020202020204"/>
            </a:endParaRPr>
          </a:p>
          <a:p>
            <a:pPr>
              <a:lnSpc>
                <a:spcPct val="100000"/>
              </a:lnSpc>
            </a:pPr>
            <a:r>
              <a:rPr lang="en-US" sz="1000" b="0" u="none" strike="noStrike">
                <a:solidFill>
                  <a:srgbClr val="000000"/>
                </a:solidFill>
                <a:uFillTx/>
                <a:latin typeface="Liberation Mono;Courier New;DejaVu Sans Mono"/>
                <a:ea typeface="Liberation Mono;Courier New;DejaVu Sans Mono"/>
              </a:rPr>
              <a:t>    &lt;div&gt;</a:t>
            </a:r>
            <a:endParaRPr lang="en-US" sz="1000" b="0" u="none" strike="noStrike">
              <a:solidFill>
                <a:srgbClr val="000000"/>
              </a:solidFill>
              <a:uFillTx/>
              <a:latin typeface="Arial" panose="020B0604020202020204"/>
            </a:endParaRPr>
          </a:p>
          <a:p>
            <a:pPr>
              <a:lnSpc>
                <a:spcPct val="100000"/>
              </a:lnSpc>
            </a:pPr>
            <a:r>
              <a:rPr lang="en-US" sz="1000" b="0" u="none" strike="noStrike">
                <a:solidFill>
                  <a:srgbClr val="000000"/>
                </a:solidFill>
                <a:uFillTx/>
                <a:latin typeface="Liberation Mono;Courier New;DejaVu Sans Mono"/>
                <a:ea typeface="Liberation Mono;Courier New;DejaVu Sans Mono"/>
              </a:rPr>
              <a:t>      &lt;p&gt;Name: {user.name}&lt;/p&gt;</a:t>
            </a:r>
            <a:endParaRPr lang="en-US" sz="1000" b="0" u="none" strike="noStrike">
              <a:solidFill>
                <a:srgbClr val="000000"/>
              </a:solidFill>
              <a:uFillTx/>
              <a:latin typeface="Arial" panose="020B0604020202020204"/>
            </a:endParaRPr>
          </a:p>
          <a:p>
            <a:pPr>
              <a:lnSpc>
                <a:spcPct val="100000"/>
              </a:lnSpc>
            </a:pPr>
            <a:r>
              <a:rPr lang="en-US" sz="1000" b="0" u="none" strike="noStrike">
                <a:solidFill>
                  <a:srgbClr val="000000"/>
                </a:solidFill>
                <a:uFillTx/>
                <a:latin typeface="Liberation Mono;Courier New;DejaVu Sans Mono"/>
                <a:ea typeface="Liberation Mono;Courier New;DejaVu Sans Mono"/>
              </a:rPr>
              <a:t>      &lt;p&gt;Age: {user.age}&lt;/p&gt;</a:t>
            </a:r>
            <a:endParaRPr lang="en-US" sz="1000" b="0" u="none" strike="noStrike">
              <a:solidFill>
                <a:srgbClr val="000000"/>
              </a:solidFill>
              <a:uFillTx/>
              <a:latin typeface="Arial" panose="020B0604020202020204"/>
            </a:endParaRPr>
          </a:p>
          <a:p>
            <a:pPr>
              <a:lnSpc>
                <a:spcPct val="100000"/>
              </a:lnSpc>
            </a:pPr>
            <a:r>
              <a:rPr lang="en-US" sz="1000" b="0" u="none" strike="noStrike">
                <a:solidFill>
                  <a:srgbClr val="000000"/>
                </a:solidFill>
                <a:uFillTx/>
                <a:latin typeface="Liberation Mono;Courier New;DejaVu Sans Mono"/>
                <a:ea typeface="Liberation Mono;Courier New;DejaVu Sans Mono"/>
              </a:rPr>
              <a:t>      &lt;p&gt;Location: {user.location}&lt;/p&gt;</a:t>
            </a:r>
            <a:endParaRPr lang="en-US" sz="1000" b="0" u="none" strike="noStrike">
              <a:solidFill>
                <a:srgbClr val="000000"/>
              </a:solidFill>
              <a:uFillTx/>
              <a:latin typeface="Arial" panose="020B0604020202020204"/>
            </a:endParaRPr>
          </a:p>
          <a:p>
            <a:pPr>
              <a:lnSpc>
                <a:spcPct val="100000"/>
              </a:lnSpc>
            </a:pPr>
            <a:r>
              <a:rPr lang="en-US" sz="1000" b="0" u="none" strike="noStrike">
                <a:solidFill>
                  <a:srgbClr val="000000"/>
                </a:solidFill>
                <a:uFillTx/>
                <a:latin typeface="Liberation Mono;Courier New;DejaVu Sans Mono"/>
                <a:ea typeface="Liberation Mono;Courier New;DejaVu Sans Mono"/>
              </a:rPr>
              <a:t>      &lt;button onClick={updateAge}&gt;Increase Age&lt;/button&gt;</a:t>
            </a:r>
            <a:endParaRPr lang="en-US" sz="1000" b="0" u="none" strike="noStrike">
              <a:solidFill>
                <a:srgbClr val="000000"/>
              </a:solidFill>
              <a:uFillTx/>
              <a:latin typeface="Arial" panose="020B0604020202020204"/>
            </a:endParaRPr>
          </a:p>
          <a:p>
            <a:pPr>
              <a:lnSpc>
                <a:spcPct val="100000"/>
              </a:lnSpc>
            </a:pPr>
            <a:r>
              <a:rPr lang="en-US" sz="1000" b="0" u="none" strike="noStrike">
                <a:solidFill>
                  <a:srgbClr val="000000"/>
                </a:solidFill>
                <a:uFillTx/>
                <a:latin typeface="Liberation Mono;Courier New;DejaVu Sans Mono"/>
                <a:ea typeface="Liberation Mono;Courier New;DejaVu Sans Mono"/>
              </a:rPr>
              <a:t>    &lt;/div&gt;</a:t>
            </a:r>
            <a:endParaRPr lang="en-US" sz="1000" b="0" u="none" strike="noStrike">
              <a:solidFill>
                <a:srgbClr val="000000"/>
              </a:solidFill>
              <a:uFillTx/>
              <a:latin typeface="Arial" panose="020B0604020202020204"/>
            </a:endParaRPr>
          </a:p>
          <a:p>
            <a:pPr>
              <a:lnSpc>
                <a:spcPct val="100000"/>
              </a:lnSpc>
            </a:pPr>
            <a:r>
              <a:rPr lang="en-US" sz="1000" b="0" u="none" strike="noStrike">
                <a:solidFill>
                  <a:srgbClr val="000000"/>
                </a:solidFill>
                <a:uFillTx/>
                <a:latin typeface="Liberation Mono;Courier New;DejaVu Sans Mono"/>
                <a:ea typeface="Liberation Mono;Courier New;DejaVu Sans Mono"/>
              </a:rPr>
              <a:t>  );</a:t>
            </a:r>
            <a:endParaRPr lang="en-US" sz="1000" b="0" u="none" strike="noStrike">
              <a:solidFill>
                <a:srgbClr val="000000"/>
              </a:solidFill>
              <a:uFillTx/>
              <a:latin typeface="Arial" panose="020B0604020202020204"/>
            </a:endParaRPr>
          </a:p>
          <a:p>
            <a:pPr>
              <a:lnSpc>
                <a:spcPct val="100000"/>
              </a:lnSpc>
            </a:pPr>
            <a:r>
              <a:rPr lang="en-US" sz="1000" b="0" u="none" strike="noStrike">
                <a:solidFill>
                  <a:srgbClr val="000000"/>
                </a:solidFill>
                <a:uFillTx/>
                <a:latin typeface="Liberation Mono;Courier New;DejaVu Sans Mono"/>
                <a:ea typeface="Liberation Mono;Courier New;DejaVu Sans Mono"/>
              </a:rPr>
              <a:t>};</a:t>
            </a:r>
            <a:endParaRPr lang="en-US" sz="1000" b="0" u="none" strike="noStrike">
              <a:solidFill>
                <a:srgbClr val="000000"/>
              </a:solidFill>
              <a:uFillTx/>
              <a:latin typeface="Arial" panose="020B0604020202020204"/>
            </a:endParaRPr>
          </a:p>
          <a:p>
            <a:pPr>
              <a:lnSpc>
                <a:spcPct val="100000"/>
              </a:lnSpc>
            </a:pPr>
            <a:endParaRPr lang="en-US" sz="1000" b="0" u="none" strike="noStrike">
              <a:solidFill>
                <a:srgbClr val="000000"/>
              </a:solidFill>
              <a:uFillTx/>
              <a:latin typeface="Arial" panose="020B0604020202020204"/>
            </a:endParaRPr>
          </a:p>
          <a:p>
            <a:pPr>
              <a:lnSpc>
                <a:spcPct val="100000"/>
              </a:lnSpc>
            </a:pPr>
            <a:r>
              <a:rPr lang="en-US" sz="1000" b="0" u="none" strike="noStrike">
                <a:solidFill>
                  <a:srgbClr val="00A933"/>
                </a:solidFill>
                <a:uFillTx/>
                <a:latin typeface="Liberation Mono;Courier New;DejaVu Sans Mono"/>
                <a:ea typeface="Liberation Mono;Courier New;DejaVu Sans Mono"/>
              </a:rPr>
              <a:t>export default</a:t>
            </a:r>
            <a:r>
              <a:rPr lang="en-US" sz="1000" b="0" u="none" strike="noStrike">
                <a:solidFill>
                  <a:srgbClr val="000000"/>
                </a:solidFill>
                <a:uFillTx/>
                <a:latin typeface="Liberation Mono;Courier New;DejaVu Sans Mono"/>
                <a:ea typeface="Liberation Mono;Courier New;DejaVu Sans Mono"/>
              </a:rPr>
              <a:t> UserProfile; </a:t>
            </a:r>
            <a:endParaRPr lang="en-US" sz="1000" b="0" u="none" strike="noStrike">
              <a:solidFill>
                <a:srgbClr val="000000"/>
              </a:solidFill>
              <a:uFillTx/>
              <a:latin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PlaceHolder 1"/>
          <p:cNvSpPr>
            <a:spLocks noGrp="1"/>
          </p:cNvSpPr>
          <p:nvPr>
            <p:ph type="title"/>
          </p:nvPr>
        </p:nvSpPr>
        <p:spPr>
          <a:xfrm>
            <a:off x="504000" y="226080"/>
            <a:ext cx="9070560" cy="945360"/>
          </a:xfrm>
          <a:prstGeom prst="rect">
            <a:avLst/>
          </a:prstGeom>
          <a:noFill/>
          <a:ln w="0">
            <a:noFill/>
          </a:ln>
        </p:spPr>
        <p:txBody>
          <a:bodyPr lIns="0" tIns="0" rIns="0" bIns="0" anchor="ctr">
            <a:noAutofit/>
          </a:bodyPr>
          <a:lstStyle/>
          <a:p>
            <a:pPr indent="0" algn="ctr">
              <a:buNone/>
            </a:pPr>
            <a:r>
              <a:rPr lang="en-US" sz="4400" b="0" u="none" strike="noStrike">
                <a:solidFill>
                  <a:srgbClr val="000000"/>
                </a:solidFill>
                <a:uFillTx/>
                <a:latin typeface="Arial" panose="020B0604020202020204"/>
              </a:rPr>
              <a:t>UseState Hook</a:t>
            </a:r>
            <a:endParaRPr lang="en-US" sz="4400" b="0" u="none" strike="noStrike">
              <a:solidFill>
                <a:srgbClr val="000000"/>
              </a:solidFill>
              <a:uFillTx/>
              <a:latin typeface="Arial" panose="020B0604020202020204"/>
            </a:endParaRPr>
          </a:p>
        </p:txBody>
      </p:sp>
      <p:sp>
        <p:nvSpPr>
          <p:cNvPr id="58" name="PlaceHolder 2"/>
          <p:cNvSpPr>
            <a:spLocks noGrp="1"/>
          </p:cNvSpPr>
          <p:nvPr>
            <p:ph/>
          </p:nvPr>
        </p:nvSpPr>
        <p:spPr>
          <a:xfrm>
            <a:off x="504000" y="1326600"/>
            <a:ext cx="9070560" cy="3287160"/>
          </a:xfrm>
          <a:prstGeom prst="rect">
            <a:avLst/>
          </a:prstGeom>
          <a:noFill/>
          <a:ln w="0">
            <a:noFill/>
          </a:ln>
        </p:spPr>
        <p:txBody>
          <a:bodyPr lIns="0" tIns="0" rIns="0" bIns="0" anchor="t">
            <a:normAutofit/>
          </a:bodyPr>
          <a:lstStyle/>
          <a:p>
            <a:pPr marL="431800" indent="-323850">
              <a:spcBef>
                <a:spcPts val="1190"/>
              </a:spcBef>
              <a:spcAft>
                <a:spcPts val="990"/>
              </a:spcAft>
              <a:buClr>
                <a:srgbClr val="000000"/>
              </a:buClr>
              <a:buSzPct val="45000"/>
              <a:buFont typeface="Wingdings" panose="05000000000000000000" pitchFamily="2" charset="2"/>
              <a:buChar char=""/>
            </a:pPr>
            <a:r>
              <a:rPr lang="en-US" sz="1100" b="0" u="none" strike="noStrike">
                <a:solidFill>
                  <a:srgbClr val="000000"/>
                </a:solidFill>
                <a:uFillTx/>
                <a:latin typeface="Arial" panose="020B0604020202020204"/>
              </a:rPr>
              <a:t>useState does not allow partial state updates like setState in class components. When you call setState, it replaces the entire state value instead of merging it in the existing state value.</a:t>
            </a:r>
            <a:endParaRPr lang="en-US" sz="1100" b="0" u="none" strike="noStrike">
              <a:solidFill>
                <a:srgbClr val="000000"/>
              </a:solidFill>
              <a:uFillTx/>
              <a:latin typeface="Arial" panose="020B0604020202020204"/>
            </a:endParaRPr>
          </a:p>
          <a:p>
            <a:pPr indent="0">
              <a:spcBef>
                <a:spcPts val="1190"/>
              </a:spcBef>
              <a:spcAft>
                <a:spcPts val="990"/>
              </a:spcAft>
              <a:buNone/>
            </a:pPr>
            <a:endParaRPr lang="en-US" sz="1000" b="0" u="none" strike="noStrike">
              <a:solidFill>
                <a:srgbClr val="000000"/>
              </a:solidFill>
              <a:uFillTx/>
              <a:latin typeface="Arial" panose="020B0604020202020204"/>
            </a:endParaRPr>
          </a:p>
          <a:p>
            <a:pPr indent="0">
              <a:spcBef>
                <a:spcPts val="1190"/>
              </a:spcBef>
              <a:spcAft>
                <a:spcPts val="990"/>
              </a:spcAft>
              <a:buNone/>
            </a:pPr>
            <a:endParaRPr lang="en-US" sz="1000" b="0" u="none" strike="noStrike">
              <a:solidFill>
                <a:srgbClr val="000000"/>
              </a:solidFill>
              <a:uFillTx/>
              <a:latin typeface="Arial" panose="020B0604020202020204"/>
            </a:endParaRPr>
          </a:p>
          <a:p>
            <a:pPr marL="431800" indent="-323850">
              <a:spcBef>
                <a:spcPts val="1190"/>
              </a:spcBef>
              <a:spcAft>
                <a:spcPts val="990"/>
              </a:spcAft>
              <a:buClr>
                <a:srgbClr val="000000"/>
              </a:buClr>
              <a:buSzPct val="45000"/>
              <a:buFont typeface="Wingdings" panose="05000000000000000000" pitchFamily="2" charset="2"/>
              <a:buChar char=""/>
            </a:pPr>
            <a:r>
              <a:rPr lang="en-US" sz="1100" b="0" u="none" strike="noStrike">
                <a:solidFill>
                  <a:srgbClr val="000000"/>
                </a:solidFill>
                <a:uFillTx/>
                <a:latin typeface="Arial" panose="020B0604020202020204"/>
              </a:rPr>
              <a:t>Correct way to partially update the state:</a:t>
            </a:r>
            <a:endParaRPr lang="en-US" sz="1100" b="0" u="none" strike="noStrike">
              <a:solidFill>
                <a:srgbClr val="000000"/>
              </a:solidFill>
              <a:uFillTx/>
              <a:latin typeface="Arial" panose="020B0604020202020204"/>
            </a:endParaRPr>
          </a:p>
          <a:p>
            <a:pPr indent="0">
              <a:lnSpc>
                <a:spcPct val="100000"/>
              </a:lnSpc>
              <a:buNone/>
            </a:pPr>
            <a:r>
              <a:rPr lang="en-US" sz="1000" b="0" u="none" strike="noStrike">
                <a:solidFill>
                  <a:srgbClr val="000000"/>
                </a:solidFill>
                <a:uFillTx/>
                <a:latin typeface="Arial" panose="020B0604020202020204"/>
                <a:ea typeface="Microsoft YaHei" panose="020B0503020204020204" charset="-122"/>
              </a:rPr>
              <a:t>             setUser(prev =&gt; { return { ...prev, age: 26 }}); </a:t>
            </a:r>
            <a:r>
              <a:rPr lang="en-US" sz="1000" b="0" u="none" strike="noStrike">
                <a:solidFill>
                  <a:srgbClr val="00A933"/>
                </a:solidFill>
                <a:uFillTx/>
                <a:latin typeface="Arial" panose="020B0604020202020204"/>
                <a:ea typeface="Microsoft YaHei" panose="020B0503020204020204" charset="-122"/>
              </a:rPr>
              <a:t>//prev is the previous value of state, i.e., </a:t>
            </a:r>
            <a:r>
              <a:rPr lang="en-US" sz="1000" b="0" u="none" strike="noStrike">
                <a:solidFill>
                  <a:srgbClr val="00A933"/>
                </a:solidFill>
                <a:uFillTx/>
                <a:latin typeface="Liberation Mono;Courier New;DejaVu Sans Mono"/>
                <a:ea typeface="Liberation Mono;Courier New;DejaVu Sans Mono"/>
              </a:rPr>
              <a:t>{ name: "Alice", age: 25 }</a:t>
            </a:r>
            <a:endParaRPr lang="en-US" sz="1000" b="0" u="none" strike="noStrike">
              <a:solidFill>
                <a:srgbClr val="000000"/>
              </a:solidFill>
              <a:uFillTx/>
              <a:latin typeface="Arial" panose="020B0604020202020204"/>
            </a:endParaRPr>
          </a:p>
          <a:p>
            <a:pPr marL="431800" indent="0">
              <a:spcBef>
                <a:spcPts val="1190"/>
              </a:spcBef>
              <a:spcAft>
                <a:spcPts val="990"/>
              </a:spcAft>
              <a:buNone/>
            </a:pPr>
            <a:r>
              <a:rPr lang="en-US" sz="1000" b="0" u="none" strike="noStrike">
                <a:solidFill>
                  <a:srgbClr val="000000"/>
                </a:solidFill>
                <a:uFillTx/>
                <a:latin typeface="Arial" panose="020B0604020202020204"/>
              </a:rPr>
              <a:t> </a:t>
            </a:r>
            <a:endParaRPr lang="en-US" sz="1000" b="0" u="none" strike="noStrike">
              <a:solidFill>
                <a:srgbClr val="000000"/>
              </a:solidFill>
              <a:uFillTx/>
              <a:latin typeface="Arial" panose="020B0604020202020204"/>
            </a:endParaRPr>
          </a:p>
        </p:txBody>
      </p:sp>
      <p:sp>
        <p:nvSpPr>
          <p:cNvPr id="59" name="TextBox 58"/>
          <p:cNvSpPr txBox="1"/>
          <p:nvPr/>
        </p:nvSpPr>
        <p:spPr>
          <a:xfrm>
            <a:off x="903960" y="1622160"/>
            <a:ext cx="4811040" cy="663840"/>
          </a:xfrm>
          <a:prstGeom prst="rect">
            <a:avLst/>
          </a:prstGeom>
          <a:noFill/>
          <a:ln w="0">
            <a:noFill/>
          </a:ln>
        </p:spPr>
        <p:txBody>
          <a:bodyPr lIns="90000" tIns="45000" rIns="90000" bIns="45000" anchor="t">
            <a:noAutofit/>
          </a:bodyPr>
          <a:lstStyle/>
          <a:p>
            <a:r>
              <a:rPr lang="en-US" sz="1000" b="0" u="none" strike="noStrike">
                <a:solidFill>
                  <a:srgbClr val="000000"/>
                </a:solidFill>
                <a:uFillTx/>
                <a:latin typeface="Liberation Mono;Courier New;DejaVu Sans Mono"/>
              </a:rPr>
              <a:t>const [user, setUser] = useState({ name: "Alice", age: 25 });</a:t>
            </a:r>
            <a:endParaRPr lang="en-US" sz="1000" b="0" u="none" strike="noStrike">
              <a:solidFill>
                <a:srgbClr val="000000"/>
              </a:solidFill>
              <a:uFillTx/>
              <a:latin typeface="Liberation Mono;Courier New;DejaVu Sans Mono"/>
              <a:ea typeface="Liberation Mono;Courier New;DejaVu Sans Mono"/>
            </a:endParaRPr>
          </a:p>
          <a:p>
            <a:r>
              <a:rPr lang="en-US" sz="1000" b="0" u="none" strike="noStrike">
                <a:solidFill>
                  <a:srgbClr val="00A933"/>
                </a:solidFill>
                <a:uFillTx/>
                <a:latin typeface="Liberation Mono;Courier New;DejaVu Sans Mono"/>
              </a:rPr>
              <a:t>// This will replace the entire state, removing `name`</a:t>
            </a:r>
            <a:endParaRPr lang="en-US" sz="1000" b="0" u="none" strike="noStrike">
              <a:solidFill>
                <a:srgbClr val="000000"/>
              </a:solidFill>
              <a:uFillTx/>
              <a:latin typeface="Liberation Mono;Courier New;DejaVu Sans Mono"/>
              <a:ea typeface="Liberation Mono;Courier New;DejaVu Sans Mono"/>
            </a:endParaRPr>
          </a:p>
          <a:p>
            <a:r>
              <a:rPr lang="en-US" sz="1000" b="0" u="none" strike="noStrike">
                <a:solidFill>
                  <a:srgbClr val="000000"/>
                </a:solidFill>
                <a:uFillTx/>
                <a:latin typeface="Liberation Mono;Courier New;DejaVu Sans Mono"/>
              </a:rPr>
              <a:t>setUser({ age: 26 }); </a:t>
            </a:r>
            <a:endParaRPr lang="en-US" sz="1000" b="0" u="none" strike="noStrike">
              <a:solidFill>
                <a:srgbClr val="000000"/>
              </a:solidFill>
              <a:uFillTx/>
              <a:latin typeface="Liberation Mono;Courier New;DejaVu Sans Mono"/>
              <a:ea typeface="Liberation Mono;Courier New;DejaVu Sans Mono"/>
            </a:endParaRPr>
          </a:p>
          <a:p>
            <a:r>
              <a:rPr lang="en-US" sz="1000" b="0" u="none" strike="noStrike">
                <a:solidFill>
                  <a:srgbClr val="000000"/>
                </a:solidFill>
                <a:uFillTx/>
                <a:latin typeface="Liberation Mono;Courier New;DejaVu Sans Mono"/>
              </a:rPr>
              <a:t>console.log(user); </a:t>
            </a:r>
            <a:r>
              <a:rPr lang="en-US" sz="1000" b="0" u="none" strike="noStrike">
                <a:solidFill>
                  <a:srgbClr val="00A933"/>
                </a:solidFill>
                <a:uFillTx/>
                <a:latin typeface="Liberation Mono;Courier New;DejaVu Sans Mono"/>
              </a:rPr>
              <a:t>// { age: 26 } `name` is lost</a:t>
            </a:r>
            <a:endParaRPr lang="en-US" sz="1000" b="0" u="none" strike="noStrike">
              <a:solidFill>
                <a:srgbClr val="000000"/>
              </a:solidFill>
              <a:uFillTx/>
              <a:latin typeface="Liberation Mono;Courier New;DejaVu Sans Mono"/>
              <a:ea typeface="Liberation Mono;Courier New;DejaVu Sans Mono"/>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Rectangle 59"/>
          <p:cNvSpPr/>
          <p:nvPr/>
        </p:nvSpPr>
        <p:spPr>
          <a:xfrm>
            <a:off x="1143000" y="121680"/>
            <a:ext cx="7543440" cy="5821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r>
              <a:rPr lang="en-US" sz="800" b="0" u="none" strike="noStrike">
                <a:solidFill>
                  <a:srgbClr val="00A933"/>
                </a:solidFill>
                <a:uFillTx/>
                <a:latin typeface="Liberation Mono;Courier New;DejaVu Sans Mono"/>
              </a:rPr>
              <a:t>import</a:t>
            </a:r>
            <a:r>
              <a:rPr lang="en-US" sz="800" b="0" u="none" strike="noStrike">
                <a:solidFill>
                  <a:srgbClr val="000000"/>
                </a:solidFill>
                <a:uFillTx/>
                <a:latin typeface="Liberation Mono;Courier New;DejaVu Sans Mono"/>
              </a:rPr>
              <a:t> { useState, useEffect } from "react";</a:t>
            </a:r>
            <a:endParaRPr lang="en-US" sz="800" b="0" u="none" strike="noStrike">
              <a:solidFill>
                <a:srgbClr val="000000"/>
              </a:solidFill>
              <a:uFillTx/>
              <a:latin typeface="Arial" panose="020B0604020202020204"/>
            </a:endParaRPr>
          </a:p>
          <a:p>
            <a:pPr>
              <a:lnSpc>
                <a:spcPct val="100000"/>
              </a:lnSpc>
            </a:pPr>
            <a:r>
              <a:rPr lang="en-US" sz="800" b="0" u="none" strike="noStrike">
                <a:solidFill>
                  <a:srgbClr val="00A933"/>
                </a:solidFill>
                <a:uFillTx/>
                <a:latin typeface="Liberation Mono;Courier New;DejaVu Sans Mono"/>
              </a:rPr>
              <a:t>const</a:t>
            </a:r>
            <a:r>
              <a:rPr lang="en-US" sz="800" b="0" u="none" strike="noStrike">
                <a:solidFill>
                  <a:srgbClr val="000000"/>
                </a:solidFill>
                <a:uFillTx/>
                <a:latin typeface="Liberation Mono;Courier New;DejaVu Sans Mono"/>
              </a:rPr>
              <a:t> UserFetcher = () =&gt; {</a:t>
            </a:r>
            <a:endParaRPr lang="en-US" sz="800" b="0" u="none" strike="noStrike">
              <a:solidFill>
                <a:srgbClr val="000000"/>
              </a:solidFill>
              <a:uFillTx/>
              <a:latin typeface="Arial" panose="020B0604020202020204"/>
            </a:endParaRPr>
          </a:p>
          <a:p>
            <a:pPr>
              <a:lnSpc>
                <a:spcPct val="100000"/>
              </a:lnSpc>
            </a:pPr>
            <a:r>
              <a:rPr lang="en-US" sz="800" b="0" u="none" strike="noStrike">
                <a:solidFill>
                  <a:srgbClr val="000000"/>
                </a:solidFill>
                <a:uFillTx/>
                <a:latin typeface="Liberation Mono;Courier New;DejaVu Sans Mono"/>
              </a:rPr>
              <a:t>  </a:t>
            </a:r>
            <a:r>
              <a:rPr lang="en-US" sz="800" b="0" u="none" strike="noStrike">
                <a:solidFill>
                  <a:srgbClr val="00A933"/>
                </a:solidFill>
                <a:uFillTx/>
                <a:latin typeface="Liberation Mono;Courier New;DejaVu Sans Mono"/>
              </a:rPr>
              <a:t>const</a:t>
            </a:r>
            <a:r>
              <a:rPr lang="en-US" sz="800" b="0" u="none" strike="noStrike">
                <a:solidFill>
                  <a:srgbClr val="000000"/>
                </a:solidFill>
                <a:uFillTx/>
                <a:latin typeface="Liberation Mono;Courier New;DejaVu Sans Mono"/>
              </a:rPr>
              <a:t> [filters, setFilters] = useState({ userId: 1, postId: 1 });</a:t>
            </a:r>
            <a:endParaRPr lang="en-US" sz="800" b="0" u="none" strike="noStrike">
              <a:solidFill>
                <a:srgbClr val="000000"/>
              </a:solidFill>
              <a:uFillTx/>
              <a:latin typeface="Arial" panose="020B0604020202020204"/>
            </a:endParaRPr>
          </a:p>
          <a:p>
            <a:pPr>
              <a:lnSpc>
                <a:spcPct val="100000"/>
              </a:lnSpc>
            </a:pPr>
            <a:r>
              <a:rPr lang="en-US" sz="800" b="0" u="none" strike="noStrike">
                <a:solidFill>
                  <a:srgbClr val="000000"/>
                </a:solidFill>
                <a:uFillTx/>
                <a:latin typeface="Liberation Mono;Courier New;DejaVu Sans Mono"/>
              </a:rPr>
              <a:t>  </a:t>
            </a:r>
            <a:r>
              <a:rPr lang="en-US" sz="800" b="0" u="none" strike="noStrike">
                <a:solidFill>
                  <a:srgbClr val="00A933"/>
                </a:solidFill>
                <a:uFillTx/>
                <a:latin typeface="Liberation Mono;Courier New;DejaVu Sans Mono"/>
              </a:rPr>
              <a:t>const</a:t>
            </a:r>
            <a:r>
              <a:rPr lang="en-US" sz="800" b="0" u="none" strike="noStrike">
                <a:solidFill>
                  <a:srgbClr val="000000"/>
                </a:solidFill>
                <a:uFillTx/>
                <a:latin typeface="Liberation Mono;Courier New;DejaVu Sans Mono"/>
              </a:rPr>
              <a:t> [data, setData] = useState(null);</a:t>
            </a:r>
            <a:endParaRPr lang="en-US" sz="800" b="0" u="none" strike="noStrike">
              <a:solidFill>
                <a:srgbClr val="000000"/>
              </a:solidFill>
              <a:uFillTx/>
              <a:latin typeface="Arial" panose="020B0604020202020204"/>
            </a:endParaRPr>
          </a:p>
          <a:p>
            <a:pPr>
              <a:lnSpc>
                <a:spcPct val="100000"/>
              </a:lnSpc>
            </a:pPr>
            <a:r>
              <a:rPr lang="en-US" sz="800" b="0" u="none" strike="noStrike">
                <a:solidFill>
                  <a:srgbClr val="000000"/>
                </a:solidFill>
                <a:uFillTx/>
                <a:latin typeface="Liberation Mono;Courier New;DejaVu Sans Mono"/>
              </a:rPr>
              <a:t>  useEffect(() =&gt; {</a:t>
            </a:r>
            <a:endParaRPr lang="en-US" sz="800" b="0" u="none" strike="noStrike">
              <a:solidFill>
                <a:srgbClr val="000000"/>
              </a:solidFill>
              <a:uFillTx/>
              <a:latin typeface="Arial" panose="020B0604020202020204"/>
            </a:endParaRPr>
          </a:p>
          <a:p>
            <a:pPr>
              <a:lnSpc>
                <a:spcPct val="100000"/>
              </a:lnSpc>
            </a:pPr>
            <a:r>
              <a:rPr lang="en-US" sz="800" b="0" u="none" strike="noStrike">
                <a:solidFill>
                  <a:srgbClr val="000000"/>
                </a:solidFill>
                <a:uFillTx/>
                <a:latin typeface="Liberation Mono;Courier New;DejaVu Sans Mono"/>
              </a:rPr>
              <a:t>    const fetchData = async () =&gt; {</a:t>
            </a:r>
            <a:endParaRPr lang="en-US" sz="800" b="0" u="none" strike="noStrike">
              <a:solidFill>
                <a:srgbClr val="000000"/>
              </a:solidFill>
              <a:uFillTx/>
              <a:latin typeface="Arial" panose="020B0604020202020204"/>
            </a:endParaRPr>
          </a:p>
          <a:p>
            <a:pPr>
              <a:lnSpc>
                <a:spcPct val="100000"/>
              </a:lnSpc>
            </a:pPr>
            <a:r>
              <a:rPr lang="en-US" sz="800" b="0" u="none" strike="noStrike">
                <a:solidFill>
                  <a:srgbClr val="000000"/>
                </a:solidFill>
                <a:uFillTx/>
                <a:latin typeface="Liberation Mono;Courier New;DejaVu Sans Mono"/>
              </a:rPr>
              <a:t>      try {</a:t>
            </a:r>
            <a:endParaRPr lang="en-US" sz="800" b="0" u="none" strike="noStrike">
              <a:solidFill>
                <a:srgbClr val="000000"/>
              </a:solidFill>
              <a:uFillTx/>
              <a:latin typeface="Arial" panose="020B0604020202020204"/>
            </a:endParaRPr>
          </a:p>
          <a:p>
            <a:pPr>
              <a:lnSpc>
                <a:spcPct val="100000"/>
              </a:lnSpc>
            </a:pPr>
            <a:r>
              <a:rPr lang="en-US" sz="800" b="0" u="none" strike="noStrike">
                <a:solidFill>
                  <a:srgbClr val="000000"/>
                </a:solidFill>
                <a:uFillTx/>
                <a:latin typeface="Liberation Mono;Courier New;DejaVu Sans Mono"/>
              </a:rPr>
              <a:t>        </a:t>
            </a:r>
            <a:r>
              <a:rPr lang="en-US" sz="800" b="0" u="none" strike="noStrike">
                <a:solidFill>
                  <a:srgbClr val="00A933"/>
                </a:solidFill>
                <a:uFillTx/>
                <a:latin typeface="Liberation Mono;Courier New;DejaVu Sans Mono"/>
              </a:rPr>
              <a:t>const</a:t>
            </a:r>
            <a:r>
              <a:rPr lang="en-US" sz="800" b="0" u="none" strike="noStrike">
                <a:solidFill>
                  <a:srgbClr val="000000"/>
                </a:solidFill>
                <a:uFillTx/>
                <a:latin typeface="Liberation Mono;Courier New;DejaVu Sans Mono"/>
              </a:rPr>
              <a:t> response = await fetch(</a:t>
            </a:r>
            <a:endParaRPr lang="en-US" sz="800" b="0" u="none" strike="noStrike">
              <a:solidFill>
                <a:srgbClr val="000000"/>
              </a:solidFill>
              <a:uFillTx/>
              <a:latin typeface="Arial" panose="020B0604020202020204"/>
            </a:endParaRPr>
          </a:p>
          <a:p>
            <a:pPr>
              <a:lnSpc>
                <a:spcPct val="100000"/>
              </a:lnSpc>
            </a:pPr>
            <a:r>
              <a:rPr lang="en-US" sz="800" b="0" u="none" strike="noStrike">
                <a:solidFill>
                  <a:srgbClr val="000000"/>
                </a:solidFill>
                <a:uFillTx/>
                <a:latin typeface="Liberation Mono;Courier New;DejaVu Sans Mono"/>
              </a:rPr>
              <a:t>          `https://jsonplaceholder.typicode.com/posts/${filters.postId}?userId=${filters.userId}`</a:t>
            </a:r>
            <a:endParaRPr lang="en-US" sz="800" b="0" u="none" strike="noStrike">
              <a:solidFill>
                <a:srgbClr val="000000"/>
              </a:solidFill>
              <a:uFillTx/>
              <a:latin typeface="Arial" panose="020B0604020202020204"/>
            </a:endParaRPr>
          </a:p>
          <a:p>
            <a:pPr>
              <a:lnSpc>
                <a:spcPct val="100000"/>
              </a:lnSpc>
            </a:pPr>
            <a:r>
              <a:rPr lang="en-US" sz="800" b="0" u="none" strike="noStrike">
                <a:solidFill>
                  <a:srgbClr val="000000"/>
                </a:solidFill>
                <a:uFillTx/>
                <a:latin typeface="Liberation Mono;Courier New;DejaVu Sans Mono"/>
              </a:rPr>
              <a:t>        );</a:t>
            </a:r>
            <a:endParaRPr lang="en-US" sz="800" b="0" u="none" strike="noStrike">
              <a:solidFill>
                <a:srgbClr val="000000"/>
              </a:solidFill>
              <a:uFillTx/>
              <a:latin typeface="Arial" panose="020B0604020202020204"/>
            </a:endParaRPr>
          </a:p>
          <a:p>
            <a:pPr>
              <a:lnSpc>
                <a:spcPct val="100000"/>
              </a:lnSpc>
            </a:pPr>
            <a:r>
              <a:rPr lang="en-US" sz="800" b="0" u="none" strike="noStrike">
                <a:solidFill>
                  <a:srgbClr val="000000"/>
                </a:solidFill>
                <a:uFillTx/>
                <a:latin typeface="Liberation Mono;Courier New;DejaVu Sans Mono"/>
              </a:rPr>
              <a:t>        </a:t>
            </a:r>
            <a:r>
              <a:rPr lang="en-US" sz="800" b="0" u="none" strike="noStrike">
                <a:solidFill>
                  <a:srgbClr val="00A933"/>
                </a:solidFill>
                <a:uFillTx/>
                <a:latin typeface="Liberation Mono;Courier New;DejaVu Sans Mono"/>
              </a:rPr>
              <a:t>const</a:t>
            </a:r>
            <a:r>
              <a:rPr lang="en-US" sz="800" b="0" u="none" strike="noStrike">
                <a:solidFill>
                  <a:srgbClr val="000000"/>
                </a:solidFill>
                <a:uFillTx/>
                <a:latin typeface="Liberation Mono;Courier New;DejaVu Sans Mono"/>
              </a:rPr>
              <a:t> result = await response.json();</a:t>
            </a:r>
            <a:endParaRPr lang="en-US" sz="800" b="0" u="none" strike="noStrike">
              <a:solidFill>
                <a:srgbClr val="000000"/>
              </a:solidFill>
              <a:uFillTx/>
              <a:latin typeface="Arial" panose="020B0604020202020204"/>
            </a:endParaRPr>
          </a:p>
          <a:p>
            <a:pPr>
              <a:lnSpc>
                <a:spcPct val="100000"/>
              </a:lnSpc>
            </a:pPr>
            <a:r>
              <a:rPr lang="en-US" sz="800" b="0" u="none" strike="noStrike">
                <a:solidFill>
                  <a:srgbClr val="000000"/>
                </a:solidFill>
                <a:uFillTx/>
                <a:latin typeface="Liberation Mono;Courier New;DejaVu Sans Mono"/>
              </a:rPr>
              <a:t>        setData(result);</a:t>
            </a:r>
            <a:endParaRPr lang="en-US" sz="800" b="0" u="none" strike="noStrike">
              <a:solidFill>
                <a:srgbClr val="000000"/>
              </a:solidFill>
              <a:uFillTx/>
              <a:latin typeface="Arial" panose="020B0604020202020204"/>
            </a:endParaRPr>
          </a:p>
          <a:p>
            <a:pPr>
              <a:lnSpc>
                <a:spcPct val="100000"/>
              </a:lnSpc>
            </a:pPr>
            <a:r>
              <a:rPr lang="en-US" sz="800" b="0" u="none" strike="noStrike">
                <a:solidFill>
                  <a:srgbClr val="000000"/>
                </a:solidFill>
                <a:uFillTx/>
                <a:latin typeface="Liberation Mono;Courier New;DejaVu Sans Mono"/>
              </a:rPr>
              <a:t>      } catch (error) {</a:t>
            </a:r>
            <a:endParaRPr lang="en-US" sz="800" b="0" u="none" strike="noStrike">
              <a:solidFill>
                <a:srgbClr val="000000"/>
              </a:solidFill>
              <a:uFillTx/>
              <a:latin typeface="Arial" panose="020B0604020202020204"/>
            </a:endParaRPr>
          </a:p>
          <a:p>
            <a:pPr>
              <a:lnSpc>
                <a:spcPct val="100000"/>
              </a:lnSpc>
            </a:pPr>
            <a:r>
              <a:rPr lang="en-US" sz="800" b="0" u="none" strike="noStrike">
                <a:solidFill>
                  <a:srgbClr val="000000"/>
                </a:solidFill>
                <a:uFillTx/>
                <a:latin typeface="Liberation Mono;Courier New;DejaVu Sans Mono"/>
              </a:rPr>
              <a:t>        console.error("Error fetching data:", error);</a:t>
            </a:r>
            <a:endParaRPr lang="en-US" sz="800" b="0" u="none" strike="noStrike">
              <a:solidFill>
                <a:srgbClr val="000000"/>
              </a:solidFill>
              <a:uFillTx/>
              <a:latin typeface="Arial" panose="020B0604020202020204"/>
            </a:endParaRPr>
          </a:p>
          <a:p>
            <a:pPr>
              <a:lnSpc>
                <a:spcPct val="100000"/>
              </a:lnSpc>
            </a:pPr>
            <a:r>
              <a:rPr lang="en-US" sz="800" b="0" u="none" strike="noStrike">
                <a:solidFill>
                  <a:srgbClr val="000000"/>
                </a:solidFill>
                <a:uFillTx/>
                <a:latin typeface="Liberation Mono;Courier New;DejaVu Sans Mono"/>
              </a:rPr>
              <a:t>      }</a:t>
            </a:r>
            <a:endParaRPr lang="en-US" sz="800" b="0" u="none" strike="noStrike">
              <a:solidFill>
                <a:srgbClr val="000000"/>
              </a:solidFill>
              <a:uFillTx/>
              <a:latin typeface="Arial" panose="020B0604020202020204"/>
            </a:endParaRPr>
          </a:p>
          <a:p>
            <a:pPr>
              <a:lnSpc>
                <a:spcPct val="100000"/>
              </a:lnSpc>
            </a:pPr>
            <a:r>
              <a:rPr lang="en-US" sz="800" b="0" u="none" strike="noStrike">
                <a:solidFill>
                  <a:srgbClr val="000000"/>
                </a:solidFill>
                <a:uFillTx/>
                <a:latin typeface="Liberation Mono;Courier New;DejaVu Sans Mono"/>
              </a:rPr>
              <a:t>    };</a:t>
            </a:r>
            <a:endParaRPr lang="en-US" sz="800" b="0" u="none" strike="noStrike">
              <a:solidFill>
                <a:srgbClr val="000000"/>
              </a:solidFill>
              <a:uFillTx/>
              <a:latin typeface="Arial" panose="020B0604020202020204"/>
            </a:endParaRPr>
          </a:p>
          <a:p>
            <a:pPr>
              <a:lnSpc>
                <a:spcPct val="100000"/>
              </a:lnSpc>
            </a:pPr>
            <a:r>
              <a:rPr lang="en-US" sz="800" b="0" u="none" strike="noStrike">
                <a:solidFill>
                  <a:srgbClr val="000000"/>
                </a:solidFill>
                <a:uFillTx/>
                <a:latin typeface="Liberation Mono;Courier New;DejaVu Sans Mono"/>
              </a:rPr>
              <a:t>    fetchData();</a:t>
            </a:r>
            <a:endParaRPr lang="en-US" sz="800" b="0" u="none" strike="noStrike">
              <a:solidFill>
                <a:srgbClr val="000000"/>
              </a:solidFill>
              <a:uFillTx/>
              <a:latin typeface="Arial" panose="020B0604020202020204"/>
            </a:endParaRPr>
          </a:p>
          <a:p>
            <a:pPr>
              <a:lnSpc>
                <a:spcPct val="100000"/>
              </a:lnSpc>
            </a:pPr>
            <a:r>
              <a:rPr lang="en-US" sz="800" b="0" u="none" strike="noStrike">
                <a:solidFill>
                  <a:srgbClr val="000000"/>
                </a:solidFill>
                <a:uFillTx/>
                <a:latin typeface="Liberation Mono;Courier New;DejaVu Sans Mono"/>
              </a:rPr>
              <a:t>  }, [filters]); </a:t>
            </a:r>
            <a:r>
              <a:rPr lang="en-US" sz="800" b="0" u="none" strike="noStrike">
                <a:solidFill>
                  <a:srgbClr val="00A933"/>
                </a:solidFill>
                <a:uFillTx/>
                <a:latin typeface="Liberation Mono;Courier New;DejaVu Sans Mono"/>
              </a:rPr>
              <a:t>// useEffect will run after initial render (mounting phase) and also run whenever filters change</a:t>
            </a:r>
            <a:endParaRPr lang="en-US" sz="800" b="0" u="none" strike="noStrike">
              <a:solidFill>
                <a:srgbClr val="000000"/>
              </a:solidFill>
              <a:uFillTx/>
              <a:latin typeface="Arial" panose="020B0604020202020204"/>
            </a:endParaRPr>
          </a:p>
          <a:p>
            <a:pPr>
              <a:lnSpc>
                <a:spcPct val="100000"/>
              </a:lnSpc>
            </a:pPr>
            <a:r>
              <a:rPr lang="en-US" sz="800" b="0" u="none" strike="noStrike">
                <a:solidFill>
                  <a:srgbClr val="000000"/>
                </a:solidFill>
                <a:uFillTx/>
                <a:latin typeface="Liberation Mono;Courier New;DejaVu Sans Mono"/>
              </a:rPr>
              <a:t>  </a:t>
            </a:r>
            <a:r>
              <a:rPr lang="en-US" sz="800" b="0" u="none" strike="noStrike">
                <a:solidFill>
                  <a:srgbClr val="00A933"/>
                </a:solidFill>
                <a:uFillTx/>
                <a:latin typeface="Liberation Mono;Courier New;DejaVu Sans Mono"/>
              </a:rPr>
              <a:t>return</a:t>
            </a:r>
            <a:r>
              <a:rPr lang="en-US" sz="800" b="0" u="none" strike="noStrike">
                <a:solidFill>
                  <a:srgbClr val="000000"/>
                </a:solidFill>
                <a:uFillTx/>
                <a:latin typeface="Liberation Mono;Courier New;DejaVu Sans Mono"/>
              </a:rPr>
              <a:t> (</a:t>
            </a:r>
            <a:endParaRPr lang="en-US" sz="800" b="0" u="none" strike="noStrike">
              <a:solidFill>
                <a:srgbClr val="000000"/>
              </a:solidFill>
              <a:uFillTx/>
              <a:latin typeface="Arial" panose="020B0604020202020204"/>
            </a:endParaRPr>
          </a:p>
          <a:p>
            <a:pPr>
              <a:lnSpc>
                <a:spcPct val="100000"/>
              </a:lnSpc>
            </a:pPr>
            <a:r>
              <a:rPr lang="en-US" sz="800" b="0" u="none" strike="noStrike">
                <a:solidFill>
                  <a:srgbClr val="000000"/>
                </a:solidFill>
                <a:uFillTx/>
                <a:latin typeface="Liberation Mono;Courier New;DejaVu Sans Mono"/>
              </a:rPr>
              <a:t>    &lt;div&gt;</a:t>
            </a:r>
            <a:endParaRPr lang="en-US" sz="800" b="0" u="none" strike="noStrike">
              <a:solidFill>
                <a:srgbClr val="000000"/>
              </a:solidFill>
              <a:uFillTx/>
              <a:latin typeface="Arial" panose="020B0604020202020204"/>
            </a:endParaRPr>
          </a:p>
          <a:p>
            <a:pPr>
              <a:lnSpc>
                <a:spcPct val="100000"/>
              </a:lnSpc>
            </a:pPr>
            <a:r>
              <a:rPr lang="en-US" sz="800" b="0" u="none" strike="noStrike">
                <a:solidFill>
                  <a:srgbClr val="000000"/>
                </a:solidFill>
                <a:uFillTx/>
                <a:latin typeface="Liberation Mono;Courier New;DejaVu Sans Mono"/>
              </a:rPr>
              <a:t>      &lt;h2&gt;Post Info&lt;/h2&gt;</a:t>
            </a:r>
            <a:endParaRPr lang="en-US" sz="800" b="0" u="none" strike="noStrike">
              <a:solidFill>
                <a:srgbClr val="000000"/>
              </a:solidFill>
              <a:uFillTx/>
              <a:latin typeface="Arial" panose="020B0604020202020204"/>
            </a:endParaRPr>
          </a:p>
          <a:p>
            <a:pPr>
              <a:lnSpc>
                <a:spcPct val="100000"/>
              </a:lnSpc>
            </a:pPr>
            <a:r>
              <a:rPr lang="en-US" sz="800" b="0" u="none" strike="noStrike">
                <a:solidFill>
                  <a:srgbClr val="000000"/>
                </a:solidFill>
                <a:uFillTx/>
                <a:latin typeface="Liberation Mono;Courier New;DejaVu Sans Mono"/>
              </a:rPr>
              <a:t>      {data ? (</a:t>
            </a:r>
            <a:endParaRPr lang="en-US" sz="800" b="0" u="none" strike="noStrike">
              <a:solidFill>
                <a:srgbClr val="000000"/>
              </a:solidFill>
              <a:uFillTx/>
              <a:latin typeface="Arial" panose="020B0604020202020204"/>
            </a:endParaRPr>
          </a:p>
          <a:p>
            <a:pPr>
              <a:lnSpc>
                <a:spcPct val="100000"/>
              </a:lnSpc>
            </a:pPr>
            <a:r>
              <a:rPr lang="en-US" sz="800" b="0" u="none" strike="noStrike">
                <a:solidFill>
                  <a:srgbClr val="000000"/>
                </a:solidFill>
                <a:uFillTx/>
                <a:latin typeface="Liberation Mono;Courier New;DejaVu Sans Mono"/>
              </a:rPr>
              <a:t>        &lt;div&gt;</a:t>
            </a:r>
            <a:endParaRPr lang="en-US" sz="800" b="0" u="none" strike="noStrike">
              <a:solidFill>
                <a:srgbClr val="000000"/>
              </a:solidFill>
              <a:uFillTx/>
              <a:latin typeface="Arial" panose="020B0604020202020204"/>
            </a:endParaRPr>
          </a:p>
          <a:p>
            <a:pPr>
              <a:lnSpc>
                <a:spcPct val="100000"/>
              </a:lnSpc>
            </a:pPr>
            <a:r>
              <a:rPr lang="en-US" sz="800" b="0" u="none" strike="noStrike">
                <a:solidFill>
                  <a:srgbClr val="000000"/>
                </a:solidFill>
                <a:uFillTx/>
                <a:latin typeface="Liberation Mono;Courier New;DejaVu Sans Mono"/>
              </a:rPr>
              <a:t>          &lt;p&gt;&lt;strong&gt;Title:&lt;/strong&gt; {data.title}&lt;/p&gt;</a:t>
            </a:r>
            <a:endParaRPr lang="en-US" sz="800" b="0" u="none" strike="noStrike">
              <a:solidFill>
                <a:srgbClr val="000000"/>
              </a:solidFill>
              <a:uFillTx/>
              <a:latin typeface="Arial" panose="020B0604020202020204"/>
            </a:endParaRPr>
          </a:p>
          <a:p>
            <a:pPr>
              <a:lnSpc>
                <a:spcPct val="100000"/>
              </a:lnSpc>
            </a:pPr>
            <a:r>
              <a:rPr lang="en-US" sz="800" b="0" u="none" strike="noStrike">
                <a:solidFill>
                  <a:srgbClr val="000000"/>
                </a:solidFill>
                <a:uFillTx/>
                <a:latin typeface="Liberation Mono;Courier New;DejaVu Sans Mono"/>
              </a:rPr>
              <a:t>          &lt;p&gt;&lt;strong&gt;Body:&lt;/strong&gt; {data.body}&lt;/p&gt;</a:t>
            </a:r>
            <a:endParaRPr lang="en-US" sz="800" b="0" u="none" strike="noStrike">
              <a:solidFill>
                <a:srgbClr val="000000"/>
              </a:solidFill>
              <a:uFillTx/>
              <a:latin typeface="Arial" panose="020B0604020202020204"/>
            </a:endParaRPr>
          </a:p>
          <a:p>
            <a:pPr>
              <a:lnSpc>
                <a:spcPct val="100000"/>
              </a:lnSpc>
            </a:pPr>
            <a:r>
              <a:rPr lang="en-US" sz="800" b="0" u="none" strike="noStrike">
                <a:solidFill>
                  <a:srgbClr val="000000"/>
                </a:solidFill>
                <a:uFillTx/>
                <a:latin typeface="Liberation Mono;Courier New;DejaVu Sans Mono"/>
              </a:rPr>
              <a:t>        &lt;/div&gt;</a:t>
            </a:r>
            <a:endParaRPr lang="en-US" sz="800" b="0" u="none" strike="noStrike">
              <a:solidFill>
                <a:srgbClr val="000000"/>
              </a:solidFill>
              <a:uFillTx/>
              <a:latin typeface="Arial" panose="020B0604020202020204"/>
            </a:endParaRPr>
          </a:p>
          <a:p>
            <a:pPr>
              <a:lnSpc>
                <a:spcPct val="100000"/>
              </a:lnSpc>
            </a:pPr>
            <a:r>
              <a:rPr lang="en-US" sz="800" b="0" u="none" strike="noStrike">
                <a:solidFill>
                  <a:srgbClr val="000000"/>
                </a:solidFill>
                <a:uFillTx/>
                <a:latin typeface="Liberation Mono;Courier New;DejaVu Sans Mono"/>
              </a:rPr>
              <a:t>      ) : (</a:t>
            </a:r>
            <a:endParaRPr lang="en-US" sz="800" b="0" u="none" strike="noStrike">
              <a:solidFill>
                <a:srgbClr val="000000"/>
              </a:solidFill>
              <a:uFillTx/>
              <a:latin typeface="Arial" panose="020B0604020202020204"/>
            </a:endParaRPr>
          </a:p>
          <a:p>
            <a:pPr>
              <a:lnSpc>
                <a:spcPct val="100000"/>
              </a:lnSpc>
            </a:pPr>
            <a:r>
              <a:rPr lang="en-US" sz="800" b="0" u="none" strike="noStrike">
                <a:solidFill>
                  <a:srgbClr val="000000"/>
                </a:solidFill>
                <a:uFillTx/>
                <a:latin typeface="Liberation Mono;Courier New;DejaVu Sans Mono"/>
              </a:rPr>
              <a:t>        &lt;p&gt;Loading...&lt;/p&gt;</a:t>
            </a:r>
            <a:endParaRPr lang="en-US" sz="800" b="0" u="none" strike="noStrike">
              <a:solidFill>
                <a:srgbClr val="000000"/>
              </a:solidFill>
              <a:uFillTx/>
              <a:latin typeface="Arial" panose="020B0604020202020204"/>
            </a:endParaRPr>
          </a:p>
          <a:p>
            <a:pPr>
              <a:lnSpc>
                <a:spcPct val="100000"/>
              </a:lnSpc>
            </a:pPr>
            <a:r>
              <a:rPr lang="en-US" sz="800" b="0" u="none" strike="noStrike">
                <a:solidFill>
                  <a:srgbClr val="000000"/>
                </a:solidFill>
                <a:uFillTx/>
                <a:latin typeface="Liberation Mono;Courier New;DejaVu Sans Mono"/>
              </a:rPr>
              <a:t>      )}</a:t>
            </a:r>
            <a:endParaRPr lang="en-US" sz="800" b="0" u="none" strike="noStrike">
              <a:solidFill>
                <a:srgbClr val="000000"/>
              </a:solidFill>
              <a:uFillTx/>
              <a:latin typeface="Arial" panose="020B0604020202020204"/>
            </a:endParaRPr>
          </a:p>
          <a:p>
            <a:pPr>
              <a:lnSpc>
                <a:spcPct val="100000"/>
              </a:lnSpc>
            </a:pPr>
            <a:r>
              <a:rPr lang="en-US" sz="800" b="0" u="none" strike="noStrike">
                <a:solidFill>
                  <a:srgbClr val="000000"/>
                </a:solidFill>
                <a:uFillTx/>
                <a:latin typeface="Liberation Mono;Courier New;DejaVu Sans Mono"/>
              </a:rPr>
              <a:t>      </a:t>
            </a:r>
            <a:endParaRPr lang="en-US" sz="800" b="0" u="none" strike="noStrike">
              <a:solidFill>
                <a:srgbClr val="000000"/>
              </a:solidFill>
              <a:uFillTx/>
              <a:latin typeface="Arial" panose="020B0604020202020204"/>
            </a:endParaRPr>
          </a:p>
          <a:p>
            <a:pPr>
              <a:lnSpc>
                <a:spcPct val="100000"/>
              </a:lnSpc>
            </a:pPr>
            <a:r>
              <a:rPr lang="en-US" sz="800" b="0" u="none" strike="noStrike">
                <a:solidFill>
                  <a:srgbClr val="000000"/>
                </a:solidFill>
                <a:uFillTx/>
                <a:latin typeface="Liberation Mono;Courier New;DejaVu Sans Mono"/>
              </a:rPr>
              <a:t>      &lt;button onClick={() =&gt; setFilters((prev) =&gt; ({ ...prev, userId: prev.userId + 1 }))}&gt;</a:t>
            </a:r>
            <a:endParaRPr lang="en-US" sz="800" b="0" u="none" strike="noStrike">
              <a:solidFill>
                <a:srgbClr val="000000"/>
              </a:solidFill>
              <a:uFillTx/>
              <a:latin typeface="Arial" panose="020B0604020202020204"/>
            </a:endParaRPr>
          </a:p>
          <a:p>
            <a:pPr>
              <a:lnSpc>
                <a:spcPct val="100000"/>
              </a:lnSpc>
            </a:pPr>
            <a:r>
              <a:rPr lang="en-US" sz="800" b="0" u="none" strike="noStrike">
                <a:solidFill>
                  <a:srgbClr val="000000"/>
                </a:solidFill>
                <a:uFillTx/>
                <a:latin typeface="Liberation Mono;Courier New;DejaVu Sans Mono"/>
              </a:rPr>
              <a:t>        Next User</a:t>
            </a:r>
            <a:endParaRPr lang="en-US" sz="800" b="0" u="none" strike="noStrike">
              <a:solidFill>
                <a:srgbClr val="000000"/>
              </a:solidFill>
              <a:uFillTx/>
              <a:latin typeface="Arial" panose="020B0604020202020204"/>
            </a:endParaRPr>
          </a:p>
          <a:p>
            <a:pPr>
              <a:lnSpc>
                <a:spcPct val="100000"/>
              </a:lnSpc>
            </a:pPr>
            <a:r>
              <a:rPr lang="en-US" sz="800" b="0" u="none" strike="noStrike">
                <a:solidFill>
                  <a:srgbClr val="000000"/>
                </a:solidFill>
                <a:uFillTx/>
                <a:latin typeface="Liberation Mono;Courier New;DejaVu Sans Mono"/>
              </a:rPr>
              <a:t>      &lt;/button&gt;</a:t>
            </a:r>
            <a:endParaRPr lang="en-US" sz="800" b="0" u="none" strike="noStrike">
              <a:solidFill>
                <a:srgbClr val="000000"/>
              </a:solidFill>
              <a:uFillTx/>
              <a:latin typeface="Arial" panose="020B0604020202020204"/>
            </a:endParaRPr>
          </a:p>
          <a:p>
            <a:pPr>
              <a:lnSpc>
                <a:spcPct val="100000"/>
              </a:lnSpc>
            </a:pPr>
            <a:r>
              <a:rPr lang="en-US" sz="800" b="0" u="none" strike="noStrike">
                <a:solidFill>
                  <a:srgbClr val="000000"/>
                </a:solidFill>
                <a:uFillTx/>
                <a:latin typeface="Liberation Mono;Courier New;DejaVu Sans Mono"/>
              </a:rPr>
              <a:t>      &lt;button onClick={() =&gt; setFilters((prev) =&gt; ({ ...prev, postId: prev.postId + 1 }))}&gt;</a:t>
            </a:r>
            <a:endParaRPr lang="en-US" sz="800" b="0" u="none" strike="noStrike">
              <a:solidFill>
                <a:srgbClr val="000000"/>
              </a:solidFill>
              <a:uFillTx/>
              <a:latin typeface="Arial" panose="020B0604020202020204"/>
            </a:endParaRPr>
          </a:p>
          <a:p>
            <a:pPr>
              <a:lnSpc>
                <a:spcPct val="100000"/>
              </a:lnSpc>
            </a:pPr>
            <a:r>
              <a:rPr lang="en-US" sz="800" b="0" u="none" strike="noStrike">
                <a:solidFill>
                  <a:srgbClr val="000000"/>
                </a:solidFill>
                <a:uFillTx/>
                <a:latin typeface="Liberation Mono;Courier New;DejaVu Sans Mono"/>
              </a:rPr>
              <a:t>        Next Post</a:t>
            </a:r>
            <a:endParaRPr lang="en-US" sz="800" b="0" u="none" strike="noStrike">
              <a:solidFill>
                <a:srgbClr val="000000"/>
              </a:solidFill>
              <a:uFillTx/>
              <a:latin typeface="Arial" panose="020B0604020202020204"/>
            </a:endParaRPr>
          </a:p>
          <a:p>
            <a:pPr>
              <a:lnSpc>
                <a:spcPct val="100000"/>
              </a:lnSpc>
            </a:pPr>
            <a:r>
              <a:rPr lang="en-US" sz="800" b="0" u="none" strike="noStrike">
                <a:solidFill>
                  <a:srgbClr val="000000"/>
                </a:solidFill>
                <a:uFillTx/>
                <a:latin typeface="Liberation Mono;Courier New;DejaVu Sans Mono"/>
              </a:rPr>
              <a:t>      &lt;/button&gt;</a:t>
            </a:r>
            <a:endParaRPr lang="en-US" sz="800" b="0" u="none" strike="noStrike">
              <a:solidFill>
                <a:srgbClr val="000000"/>
              </a:solidFill>
              <a:uFillTx/>
              <a:latin typeface="Arial" panose="020B0604020202020204"/>
            </a:endParaRPr>
          </a:p>
          <a:p>
            <a:pPr>
              <a:lnSpc>
                <a:spcPct val="100000"/>
              </a:lnSpc>
            </a:pPr>
            <a:r>
              <a:rPr lang="en-US" sz="800" b="0" u="none" strike="noStrike">
                <a:solidFill>
                  <a:srgbClr val="000000"/>
                </a:solidFill>
                <a:uFillTx/>
                <a:latin typeface="Liberation Mono;Courier New;DejaVu Sans Mono"/>
              </a:rPr>
              <a:t>    &lt;/div&gt;</a:t>
            </a:r>
            <a:endParaRPr lang="en-US" sz="800" b="0" u="none" strike="noStrike">
              <a:solidFill>
                <a:srgbClr val="000000"/>
              </a:solidFill>
              <a:uFillTx/>
              <a:latin typeface="Arial" panose="020B0604020202020204"/>
            </a:endParaRPr>
          </a:p>
          <a:p>
            <a:pPr>
              <a:lnSpc>
                <a:spcPct val="100000"/>
              </a:lnSpc>
            </a:pPr>
            <a:r>
              <a:rPr lang="en-US" sz="800" b="0" u="none" strike="noStrike">
                <a:solidFill>
                  <a:srgbClr val="000000"/>
                </a:solidFill>
                <a:uFillTx/>
                <a:latin typeface="Liberation Mono;Courier New;DejaVu Sans Mono"/>
              </a:rPr>
              <a:t>  );</a:t>
            </a:r>
            <a:endParaRPr lang="en-US" sz="800" b="0" u="none" strike="noStrike">
              <a:solidFill>
                <a:srgbClr val="000000"/>
              </a:solidFill>
              <a:uFillTx/>
              <a:latin typeface="Arial" panose="020B0604020202020204"/>
            </a:endParaRPr>
          </a:p>
          <a:p>
            <a:pPr>
              <a:lnSpc>
                <a:spcPct val="100000"/>
              </a:lnSpc>
            </a:pPr>
            <a:r>
              <a:rPr lang="en-US" sz="800" b="0" u="none" strike="noStrike">
                <a:solidFill>
                  <a:srgbClr val="000000"/>
                </a:solidFill>
                <a:uFillTx/>
                <a:latin typeface="Liberation Mono;Courier New;DejaVu Sans Mono"/>
              </a:rPr>
              <a:t>};</a:t>
            </a:r>
            <a:endParaRPr lang="en-US" sz="800" b="0" u="none" strike="noStrike">
              <a:solidFill>
                <a:srgbClr val="000000"/>
              </a:solidFill>
              <a:uFillTx/>
              <a:latin typeface="Arial" panose="020B0604020202020204"/>
            </a:endParaRPr>
          </a:p>
          <a:p>
            <a:pPr>
              <a:lnSpc>
                <a:spcPct val="100000"/>
              </a:lnSpc>
            </a:pPr>
            <a:r>
              <a:rPr lang="en-US" sz="800" b="0" u="none" strike="noStrike">
                <a:solidFill>
                  <a:srgbClr val="00A933"/>
                </a:solidFill>
                <a:uFillTx/>
                <a:latin typeface="Liberation Mono;Courier New;DejaVu Sans Mono"/>
              </a:rPr>
              <a:t>export</a:t>
            </a:r>
            <a:r>
              <a:rPr lang="en-US" sz="800" b="0" u="none" strike="noStrike">
                <a:solidFill>
                  <a:srgbClr val="000000"/>
                </a:solidFill>
                <a:uFillTx/>
                <a:latin typeface="Liberation Mono;Courier New;DejaVu Sans Mono"/>
              </a:rPr>
              <a:t> </a:t>
            </a:r>
            <a:r>
              <a:rPr lang="en-US" sz="800" b="0" u="none" strike="noStrike">
                <a:solidFill>
                  <a:srgbClr val="00A933"/>
                </a:solidFill>
                <a:uFillTx/>
                <a:latin typeface="Liberation Mono;Courier New;DejaVu Sans Mono"/>
              </a:rPr>
              <a:t>default</a:t>
            </a:r>
            <a:r>
              <a:rPr lang="en-US" sz="800" b="0" u="none" strike="noStrike">
                <a:solidFill>
                  <a:srgbClr val="000000"/>
                </a:solidFill>
                <a:uFillTx/>
                <a:latin typeface="Liberation Mono;Courier New;DejaVu Sans Mono"/>
              </a:rPr>
              <a:t> UserFetcher; </a:t>
            </a:r>
            <a:endParaRPr lang="en-US" sz="800" b="0" u="none" strike="noStrike">
              <a:solidFill>
                <a:srgbClr val="000000"/>
              </a:solidFill>
              <a:uFillTx/>
              <a:latin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PlaceHolder 1"/>
          <p:cNvSpPr>
            <a:spLocks noGrp="1"/>
          </p:cNvSpPr>
          <p:nvPr>
            <p:ph type="title"/>
          </p:nvPr>
        </p:nvSpPr>
        <p:spPr>
          <a:xfrm>
            <a:off x="457200" y="464760"/>
            <a:ext cx="9070560" cy="945360"/>
          </a:xfrm>
          <a:prstGeom prst="rect">
            <a:avLst/>
          </a:prstGeom>
          <a:noFill/>
          <a:ln w="0">
            <a:noFill/>
          </a:ln>
        </p:spPr>
        <p:txBody>
          <a:bodyPr lIns="0" tIns="0" rIns="0" bIns="0" anchor="ctr">
            <a:noAutofit/>
          </a:bodyPr>
          <a:lstStyle/>
          <a:p>
            <a:pPr indent="0" algn="ctr">
              <a:lnSpc>
                <a:spcPct val="100000"/>
              </a:lnSpc>
              <a:buNone/>
              <a:tabLst>
                <a:tab pos="0" algn="l"/>
              </a:tabLst>
            </a:pPr>
            <a:r>
              <a:rPr lang="en-US" sz="2000" b="1" u="none" strike="noStrike">
                <a:solidFill>
                  <a:srgbClr val="000000"/>
                </a:solidFill>
                <a:uFillTx/>
                <a:latin typeface="Arial" panose="020B0604020202020204"/>
              </a:rPr>
              <a:t>Add Event Listener in Mounting Phase and Removing it in Unmounting Phase</a:t>
            </a:r>
            <a:endParaRPr lang="en-US" sz="2000" b="0" u="none" strike="noStrike">
              <a:solidFill>
                <a:srgbClr val="000000"/>
              </a:solidFill>
              <a:uFillTx/>
              <a:latin typeface="Arial" panose="020B0604020202020204"/>
            </a:endParaRPr>
          </a:p>
        </p:txBody>
      </p:sp>
      <p:sp>
        <p:nvSpPr>
          <p:cNvPr id="62" name="Rectangle 61"/>
          <p:cNvSpPr/>
          <p:nvPr/>
        </p:nvSpPr>
        <p:spPr>
          <a:xfrm>
            <a:off x="1056600" y="1743480"/>
            <a:ext cx="4886640" cy="3098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r>
              <a:rPr lang="en-US" sz="1000" b="0" u="none" strike="noStrike">
                <a:solidFill>
                  <a:srgbClr val="00A933"/>
                </a:solidFill>
                <a:uFillTx/>
                <a:latin typeface="Liberation Mono;Courier New;DejaVu Sans Mono"/>
              </a:rPr>
              <a:t>import</a:t>
            </a:r>
            <a:r>
              <a:rPr lang="en-US" sz="1000" b="0" u="none" strike="noStrike">
                <a:solidFill>
                  <a:srgbClr val="000000"/>
                </a:solidFill>
                <a:uFillTx/>
                <a:latin typeface="Liberation Mono;Courier New;DejaVu Sans Mono"/>
              </a:rPr>
              <a:t> { useEffect } from "react";</a:t>
            </a:r>
            <a:endParaRPr lang="en-US" sz="1000" b="0" u="none" strike="noStrike">
              <a:solidFill>
                <a:srgbClr val="000000"/>
              </a:solidFill>
              <a:uFillTx/>
              <a:latin typeface="Arial" panose="020B0604020202020204"/>
            </a:endParaRPr>
          </a:p>
          <a:p>
            <a:pPr>
              <a:lnSpc>
                <a:spcPct val="100000"/>
              </a:lnSpc>
            </a:pPr>
            <a:endParaRPr lang="en-US" sz="1000" b="0" u="none" strike="noStrike">
              <a:solidFill>
                <a:srgbClr val="000000"/>
              </a:solidFill>
              <a:uFillTx/>
              <a:latin typeface="Arial" panose="020B0604020202020204"/>
            </a:endParaRPr>
          </a:p>
          <a:p>
            <a:pPr>
              <a:lnSpc>
                <a:spcPct val="100000"/>
              </a:lnSpc>
            </a:pPr>
            <a:r>
              <a:rPr lang="en-US" sz="1000" b="0" u="none" strike="noStrike">
                <a:solidFill>
                  <a:srgbClr val="00A933"/>
                </a:solidFill>
                <a:uFillTx/>
                <a:latin typeface="Liberation Mono;Courier New;DejaVu Sans Mono"/>
                <a:ea typeface="Liberation Mono;Courier New;DejaVu Sans Mono"/>
              </a:rPr>
              <a:t>const</a:t>
            </a:r>
            <a:r>
              <a:rPr lang="en-US" sz="1000" b="0" u="none" strike="noStrike">
                <a:solidFill>
                  <a:srgbClr val="000000"/>
                </a:solidFill>
                <a:uFillTx/>
                <a:latin typeface="Liberation Mono;Courier New;DejaVu Sans Mono"/>
                <a:ea typeface="Liberation Mono;Courier New;DejaVu Sans Mono"/>
              </a:rPr>
              <a:t> ResizeListener = () =&gt; {</a:t>
            </a:r>
            <a:endParaRPr lang="en-US" sz="1000" b="0" u="none" strike="noStrike">
              <a:solidFill>
                <a:srgbClr val="000000"/>
              </a:solidFill>
              <a:uFillTx/>
              <a:latin typeface="Arial" panose="020B0604020202020204"/>
            </a:endParaRPr>
          </a:p>
          <a:p>
            <a:pPr>
              <a:lnSpc>
                <a:spcPct val="100000"/>
              </a:lnSpc>
            </a:pPr>
            <a:endParaRPr lang="en-US" sz="1000" b="0" u="none" strike="noStrike">
              <a:solidFill>
                <a:srgbClr val="000000"/>
              </a:solidFill>
              <a:uFillTx/>
              <a:latin typeface="Arial" panose="020B0604020202020204"/>
            </a:endParaRPr>
          </a:p>
          <a:p>
            <a:pPr>
              <a:lnSpc>
                <a:spcPct val="100000"/>
              </a:lnSpc>
            </a:pPr>
            <a:r>
              <a:rPr lang="en-US" sz="1000" b="0" u="none" strike="noStrike">
                <a:solidFill>
                  <a:srgbClr val="000000"/>
                </a:solidFill>
                <a:uFillTx/>
                <a:latin typeface="Liberation Mono;Courier New;DejaVu Sans Mono"/>
                <a:ea typeface="Liberation Mono;Courier New;DejaVu Sans Mono"/>
              </a:rPr>
              <a:t>  </a:t>
            </a:r>
            <a:r>
              <a:rPr lang="en-US" sz="1000" b="0" u="none" strike="noStrike">
                <a:solidFill>
                  <a:srgbClr val="00A933"/>
                </a:solidFill>
                <a:uFillTx/>
                <a:latin typeface="Liberation Mono;Courier New;DejaVu Sans Mono"/>
                <a:ea typeface="Liberation Mono;Courier New;DejaVu Sans Mono"/>
              </a:rPr>
              <a:t>const</a:t>
            </a:r>
            <a:r>
              <a:rPr lang="en-US" sz="1000" b="0" u="none" strike="noStrike">
                <a:solidFill>
                  <a:srgbClr val="000000"/>
                </a:solidFill>
                <a:uFillTx/>
                <a:latin typeface="Liberation Mono;Courier New;DejaVu Sans Mono"/>
                <a:ea typeface="Liberation Mono;Courier New;DejaVu Sans Mono"/>
              </a:rPr>
              <a:t> handleResize = () =&gt; {</a:t>
            </a:r>
            <a:endParaRPr lang="en-US" sz="1000" b="0" u="none" strike="noStrike">
              <a:solidFill>
                <a:srgbClr val="000000"/>
              </a:solidFill>
              <a:uFillTx/>
              <a:latin typeface="Arial" panose="020B0604020202020204"/>
            </a:endParaRPr>
          </a:p>
          <a:p>
            <a:pPr>
              <a:lnSpc>
                <a:spcPct val="100000"/>
              </a:lnSpc>
            </a:pPr>
            <a:r>
              <a:rPr lang="en-US" sz="1000" b="0" u="none" strike="noStrike">
                <a:solidFill>
                  <a:srgbClr val="000000"/>
                </a:solidFill>
                <a:uFillTx/>
                <a:latin typeface="Liberation Mono;Courier New;DejaVu Sans Mono"/>
                <a:ea typeface="Liberation Mono;Courier New;DejaVu Sans Mono"/>
              </a:rPr>
              <a:t>    console.log("Window resized:", window.innerWidth);</a:t>
            </a:r>
            <a:endParaRPr lang="en-US" sz="1000" b="0" u="none" strike="noStrike">
              <a:solidFill>
                <a:srgbClr val="000000"/>
              </a:solidFill>
              <a:uFillTx/>
              <a:latin typeface="Arial" panose="020B0604020202020204"/>
            </a:endParaRPr>
          </a:p>
          <a:p>
            <a:pPr>
              <a:lnSpc>
                <a:spcPct val="100000"/>
              </a:lnSpc>
            </a:pPr>
            <a:r>
              <a:rPr lang="en-US" sz="1000" b="0" u="none" strike="noStrike">
                <a:solidFill>
                  <a:srgbClr val="000000"/>
                </a:solidFill>
                <a:uFillTx/>
                <a:latin typeface="Liberation Mono;Courier New;DejaVu Sans Mono"/>
                <a:ea typeface="Liberation Mono;Courier New;DejaVu Sans Mono"/>
              </a:rPr>
              <a:t>  };</a:t>
            </a:r>
            <a:endParaRPr lang="en-US" sz="1000" b="0" u="none" strike="noStrike">
              <a:solidFill>
                <a:srgbClr val="000000"/>
              </a:solidFill>
              <a:uFillTx/>
              <a:latin typeface="Arial" panose="020B0604020202020204"/>
            </a:endParaRPr>
          </a:p>
          <a:p>
            <a:pPr>
              <a:lnSpc>
                <a:spcPct val="100000"/>
              </a:lnSpc>
            </a:pPr>
            <a:endParaRPr lang="en-US" sz="1000" b="0" u="none" strike="noStrike">
              <a:solidFill>
                <a:srgbClr val="000000"/>
              </a:solidFill>
              <a:uFillTx/>
              <a:latin typeface="Arial" panose="020B0604020202020204"/>
            </a:endParaRPr>
          </a:p>
          <a:p>
            <a:pPr>
              <a:lnSpc>
                <a:spcPct val="100000"/>
              </a:lnSpc>
            </a:pPr>
            <a:r>
              <a:rPr lang="en-US" sz="1000" b="0" u="none" strike="noStrike">
                <a:solidFill>
                  <a:srgbClr val="000000"/>
                </a:solidFill>
                <a:uFillTx/>
                <a:latin typeface="Liberation Mono;Courier New;DejaVu Sans Mono"/>
                <a:ea typeface="Liberation Mono;Courier New;DejaVu Sans Mono"/>
              </a:rPr>
              <a:t>  UseEffect(() =&gt; {</a:t>
            </a:r>
            <a:endParaRPr lang="en-US" sz="1000" b="0" u="none" strike="noStrike">
              <a:solidFill>
                <a:srgbClr val="000000"/>
              </a:solidFill>
              <a:uFillTx/>
              <a:latin typeface="Arial" panose="020B0604020202020204"/>
            </a:endParaRPr>
          </a:p>
          <a:p>
            <a:pPr>
              <a:lnSpc>
                <a:spcPct val="100000"/>
              </a:lnSpc>
            </a:pPr>
            <a:r>
              <a:rPr lang="en-US" sz="1000" b="0" u="none" strike="noStrike">
                <a:solidFill>
                  <a:srgbClr val="000000"/>
                </a:solidFill>
                <a:uFillTx/>
                <a:latin typeface="Liberation Mono;Courier New;DejaVu Sans Mono"/>
                <a:ea typeface="Liberation Mono;Courier New;DejaVu Sans Mono"/>
              </a:rPr>
              <a:t>    window.addEventListener("resize", handleResize);</a:t>
            </a:r>
            <a:endParaRPr lang="en-US" sz="1000" b="0" u="none" strike="noStrike">
              <a:solidFill>
                <a:srgbClr val="000000"/>
              </a:solidFill>
              <a:uFillTx/>
              <a:latin typeface="Arial" panose="020B0604020202020204"/>
            </a:endParaRPr>
          </a:p>
          <a:p>
            <a:pPr>
              <a:lnSpc>
                <a:spcPct val="100000"/>
              </a:lnSpc>
            </a:pPr>
            <a:r>
              <a:rPr lang="en-US" sz="1000" b="0" u="none" strike="noStrike">
                <a:solidFill>
                  <a:srgbClr val="000000"/>
                </a:solidFill>
                <a:uFillTx/>
                <a:latin typeface="Liberation Mono;Courier New;DejaVu Sans Mono"/>
                <a:ea typeface="Liberation Mono;Courier New;DejaVu Sans Mono"/>
              </a:rPr>
              <a:t>    console.log("Resize listener added");</a:t>
            </a:r>
            <a:endParaRPr lang="en-US" sz="1000" b="0" u="none" strike="noStrike">
              <a:solidFill>
                <a:srgbClr val="000000"/>
              </a:solidFill>
              <a:uFillTx/>
              <a:latin typeface="Arial" panose="020B0604020202020204"/>
            </a:endParaRPr>
          </a:p>
          <a:p>
            <a:pPr>
              <a:lnSpc>
                <a:spcPct val="100000"/>
              </a:lnSpc>
            </a:pPr>
            <a:r>
              <a:rPr lang="en-US" sz="1000" b="0" u="none" strike="noStrike">
                <a:solidFill>
                  <a:srgbClr val="000000"/>
                </a:solidFill>
                <a:uFillTx/>
                <a:latin typeface="Liberation Mono;Courier New;DejaVu Sans Mono"/>
                <a:ea typeface="Liberation Mono;Courier New;DejaVu Sans Mono"/>
              </a:rPr>
              <a:t>    </a:t>
            </a:r>
            <a:r>
              <a:rPr lang="en-US" sz="1000" b="0" u="none" strike="noStrike">
                <a:solidFill>
                  <a:srgbClr val="00A933"/>
                </a:solidFill>
                <a:uFillTx/>
                <a:latin typeface="Liberation Mono;Courier New;DejaVu Sans Mono"/>
                <a:ea typeface="Liberation Mono;Courier New;DejaVu Sans Mono"/>
              </a:rPr>
              <a:t>return</a:t>
            </a:r>
            <a:r>
              <a:rPr lang="en-US" sz="1000" b="0" u="none" strike="noStrike">
                <a:solidFill>
                  <a:srgbClr val="000000"/>
                </a:solidFill>
                <a:uFillTx/>
                <a:latin typeface="Liberation Mono;Courier New;DejaVu Sans Mono"/>
                <a:ea typeface="Liberation Mono;Courier New;DejaVu Sans Mono"/>
              </a:rPr>
              <a:t> () =&gt; {</a:t>
            </a:r>
            <a:endParaRPr lang="en-US" sz="1000" b="0" u="none" strike="noStrike">
              <a:solidFill>
                <a:srgbClr val="000000"/>
              </a:solidFill>
              <a:uFillTx/>
              <a:latin typeface="Arial" panose="020B0604020202020204"/>
            </a:endParaRPr>
          </a:p>
          <a:p>
            <a:pPr>
              <a:lnSpc>
                <a:spcPct val="100000"/>
              </a:lnSpc>
            </a:pPr>
            <a:r>
              <a:rPr lang="en-US" sz="1000" b="0" u="none" strike="noStrike">
                <a:solidFill>
                  <a:srgbClr val="000000"/>
                </a:solidFill>
                <a:uFillTx/>
                <a:latin typeface="Liberation Mono;Courier New;DejaVu Sans Mono"/>
                <a:ea typeface="Liberation Mono;Courier New;DejaVu Sans Mono"/>
              </a:rPr>
              <a:t>      window.removeEventListener("resize", handleResize);</a:t>
            </a:r>
            <a:endParaRPr lang="en-US" sz="1000" b="0" u="none" strike="noStrike">
              <a:solidFill>
                <a:srgbClr val="000000"/>
              </a:solidFill>
              <a:uFillTx/>
              <a:latin typeface="Arial" panose="020B0604020202020204"/>
            </a:endParaRPr>
          </a:p>
          <a:p>
            <a:pPr>
              <a:lnSpc>
                <a:spcPct val="100000"/>
              </a:lnSpc>
            </a:pPr>
            <a:r>
              <a:rPr lang="en-US" sz="1000" b="0" u="none" strike="noStrike">
                <a:solidFill>
                  <a:srgbClr val="000000"/>
                </a:solidFill>
                <a:uFillTx/>
                <a:latin typeface="Liberation Mono;Courier New;DejaVu Sans Mono"/>
                <a:ea typeface="Liberation Mono;Courier New;DejaVu Sans Mono"/>
              </a:rPr>
              <a:t>      console.log("Resize listener removed");</a:t>
            </a:r>
            <a:endParaRPr lang="en-US" sz="1000" b="0" u="none" strike="noStrike">
              <a:solidFill>
                <a:srgbClr val="000000"/>
              </a:solidFill>
              <a:uFillTx/>
              <a:latin typeface="Arial" panose="020B0604020202020204"/>
            </a:endParaRPr>
          </a:p>
          <a:p>
            <a:pPr>
              <a:lnSpc>
                <a:spcPct val="100000"/>
              </a:lnSpc>
            </a:pPr>
            <a:r>
              <a:rPr lang="en-US" sz="1000" b="0" u="none" strike="noStrike">
                <a:solidFill>
                  <a:srgbClr val="000000"/>
                </a:solidFill>
                <a:uFillTx/>
                <a:latin typeface="Liberation Mono;Courier New;DejaVu Sans Mono"/>
                <a:ea typeface="Liberation Mono;Courier New;DejaVu Sans Mono"/>
              </a:rPr>
              <a:t>    };</a:t>
            </a:r>
            <a:endParaRPr lang="en-US" sz="1000" b="0" u="none" strike="noStrike">
              <a:solidFill>
                <a:srgbClr val="000000"/>
              </a:solidFill>
              <a:uFillTx/>
              <a:latin typeface="Arial" panose="020B0604020202020204"/>
            </a:endParaRPr>
          </a:p>
          <a:p>
            <a:pPr>
              <a:lnSpc>
                <a:spcPct val="100000"/>
              </a:lnSpc>
            </a:pPr>
            <a:r>
              <a:rPr lang="en-US" sz="1000" b="0" u="none" strike="noStrike">
                <a:solidFill>
                  <a:srgbClr val="000000"/>
                </a:solidFill>
                <a:uFillTx/>
                <a:latin typeface="Liberation Mono;Courier New;DejaVu Sans Mono"/>
                <a:ea typeface="Liberation Mono;Courier New;DejaVu Sans Mono"/>
              </a:rPr>
              <a:t>  }, []);</a:t>
            </a:r>
            <a:endParaRPr lang="en-US" sz="1000" b="0" u="none" strike="noStrike">
              <a:solidFill>
                <a:srgbClr val="000000"/>
              </a:solidFill>
              <a:uFillTx/>
              <a:latin typeface="Arial" panose="020B0604020202020204"/>
            </a:endParaRPr>
          </a:p>
          <a:p>
            <a:pPr>
              <a:lnSpc>
                <a:spcPct val="100000"/>
              </a:lnSpc>
            </a:pPr>
            <a:endParaRPr lang="en-US" sz="1000" b="0" u="none" strike="noStrike">
              <a:solidFill>
                <a:srgbClr val="000000"/>
              </a:solidFill>
              <a:uFillTx/>
              <a:latin typeface="Arial" panose="020B0604020202020204"/>
            </a:endParaRPr>
          </a:p>
          <a:p>
            <a:pPr>
              <a:lnSpc>
                <a:spcPct val="100000"/>
              </a:lnSpc>
            </a:pPr>
            <a:r>
              <a:rPr lang="en-US" sz="1000" b="0" u="none" strike="noStrike">
                <a:solidFill>
                  <a:srgbClr val="000000"/>
                </a:solidFill>
                <a:uFillTx/>
                <a:latin typeface="Liberation Mono;Courier New;DejaVu Sans Mono"/>
                <a:ea typeface="Liberation Mono;Courier New;DejaVu Sans Mono"/>
              </a:rPr>
              <a:t>  return &lt;p&gt;Resize the window and check the console logs.&lt;/p&gt;;</a:t>
            </a:r>
            <a:endParaRPr lang="en-US" sz="1000" b="0" u="none" strike="noStrike">
              <a:solidFill>
                <a:srgbClr val="000000"/>
              </a:solidFill>
              <a:uFillTx/>
              <a:latin typeface="Arial" panose="020B0604020202020204"/>
            </a:endParaRPr>
          </a:p>
          <a:p>
            <a:pPr>
              <a:lnSpc>
                <a:spcPct val="100000"/>
              </a:lnSpc>
            </a:pPr>
            <a:r>
              <a:rPr lang="en-US" sz="1000" b="0" u="none" strike="noStrike">
                <a:solidFill>
                  <a:srgbClr val="000000"/>
                </a:solidFill>
                <a:uFillTx/>
                <a:latin typeface="Liberation Mono;Courier New;DejaVu Sans Mono"/>
                <a:ea typeface="Liberation Mono;Courier New;DejaVu Sans Mono"/>
              </a:rPr>
              <a:t>};</a:t>
            </a:r>
            <a:endParaRPr lang="en-US" sz="1000" b="0" u="none" strike="noStrike">
              <a:solidFill>
                <a:srgbClr val="000000"/>
              </a:solidFill>
              <a:uFillTx/>
              <a:latin typeface="Arial" panose="020B0604020202020204"/>
            </a:endParaRPr>
          </a:p>
          <a:p>
            <a:pPr>
              <a:lnSpc>
                <a:spcPct val="100000"/>
              </a:lnSpc>
            </a:pPr>
            <a:endParaRPr lang="en-US" sz="1000" b="0" u="none" strike="noStrike">
              <a:solidFill>
                <a:srgbClr val="000000"/>
              </a:solidFill>
              <a:uFillTx/>
              <a:latin typeface="Arial" panose="020B0604020202020204"/>
            </a:endParaRPr>
          </a:p>
          <a:p>
            <a:pPr>
              <a:lnSpc>
                <a:spcPct val="100000"/>
              </a:lnSpc>
            </a:pPr>
            <a:r>
              <a:rPr lang="en-US" sz="1000" b="0" u="none" strike="noStrike">
                <a:solidFill>
                  <a:srgbClr val="00A933"/>
                </a:solidFill>
                <a:uFillTx/>
                <a:latin typeface="Liberation Mono;Courier New;DejaVu Sans Mono"/>
                <a:ea typeface="Liberation Mono;Courier New;DejaVu Sans Mono"/>
              </a:rPr>
              <a:t>export default</a:t>
            </a:r>
            <a:r>
              <a:rPr lang="en-US" sz="1000" b="0" u="none" strike="noStrike">
                <a:solidFill>
                  <a:srgbClr val="000000"/>
                </a:solidFill>
                <a:uFillTx/>
                <a:latin typeface="Liberation Mono;Courier New;DejaVu Sans Mono"/>
                <a:ea typeface="Liberation Mono;Courier New;DejaVu Sans Mono"/>
              </a:rPr>
              <a:t> ResizeListener; </a:t>
            </a:r>
            <a:endParaRPr lang="en-US" sz="1000" b="0" u="none" strike="noStrike">
              <a:solidFill>
                <a:srgbClr val="000000"/>
              </a:solidFill>
              <a:uFillTx/>
              <a:latin typeface="Arial" panose="020B0604020202020204"/>
            </a:endParaRPr>
          </a:p>
        </p:txBody>
      </p:sp>
      <p:sp>
        <p:nvSpPr>
          <p:cNvPr id="63" name="Rectangle 62"/>
          <p:cNvSpPr/>
          <p:nvPr/>
        </p:nvSpPr>
        <p:spPr>
          <a:xfrm>
            <a:off x="914400" y="1223280"/>
            <a:ext cx="7772040" cy="401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r>
              <a:rPr lang="en-US" sz="1100" b="0" u="none" strike="noStrike">
                <a:solidFill>
                  <a:srgbClr val="000000"/>
                </a:solidFill>
                <a:uFillTx/>
                <a:latin typeface="Arial" panose="020B0604020202020204"/>
                <a:ea typeface="Liberation Mono;Courier New;DejaVu Sans Mono"/>
              </a:rPr>
              <a:t>In the following example, useEffect will run only in mounting phase (initial render) and will attach the event listener. The clean-up function returned from useEffect will run when the component unmounts.</a:t>
            </a:r>
            <a:endParaRPr lang="en-US" sz="1100" b="0" u="none" strike="noStrike">
              <a:solidFill>
                <a:srgbClr val="000000"/>
              </a:solidFill>
              <a:uFillTx/>
              <a:latin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PlaceHolder 1"/>
          <p:cNvSpPr>
            <a:spLocks noGrp="1"/>
          </p:cNvSpPr>
          <p:nvPr>
            <p:ph type="title"/>
          </p:nvPr>
        </p:nvSpPr>
        <p:spPr>
          <a:xfrm>
            <a:off x="504000" y="226080"/>
            <a:ext cx="9070560" cy="945360"/>
          </a:xfrm>
          <a:prstGeom prst="rect">
            <a:avLst/>
          </a:prstGeom>
          <a:noFill/>
          <a:ln w="0">
            <a:noFill/>
          </a:ln>
        </p:spPr>
        <p:txBody>
          <a:bodyPr lIns="0" tIns="0" rIns="0" bIns="0" anchor="ctr">
            <a:noAutofit/>
          </a:bodyPr>
          <a:lstStyle/>
          <a:p>
            <a:pPr indent="0" algn="ctr">
              <a:lnSpc>
                <a:spcPct val="100000"/>
              </a:lnSpc>
              <a:spcBef>
                <a:spcPts val="1190"/>
              </a:spcBef>
              <a:spcAft>
                <a:spcPts val="990"/>
              </a:spcAft>
              <a:buNone/>
              <a:tabLst>
                <a:tab pos="0" algn="l"/>
              </a:tabLst>
            </a:pPr>
            <a:r>
              <a:rPr lang="en-US" sz="2400" b="1" u="none" strike="noStrike">
                <a:solidFill>
                  <a:srgbClr val="000000"/>
                </a:solidFill>
                <a:uFillTx/>
                <a:latin typeface="Arial" panose="020B0604020202020204"/>
              </a:rPr>
              <a:t>When Does the Cleanup Function Run in useEffect? </a:t>
            </a:r>
            <a:endParaRPr lang="en-US" sz="2400" b="0" u="none" strike="noStrike">
              <a:solidFill>
                <a:srgbClr val="000000"/>
              </a:solidFill>
              <a:uFillTx/>
              <a:latin typeface="Arial" panose="020B0604020202020204"/>
            </a:endParaRPr>
          </a:p>
        </p:txBody>
      </p:sp>
      <p:sp>
        <p:nvSpPr>
          <p:cNvPr id="65" name="PlaceHolder 2"/>
          <p:cNvSpPr>
            <a:spLocks noGrp="1"/>
          </p:cNvSpPr>
          <p:nvPr>
            <p:ph/>
          </p:nvPr>
        </p:nvSpPr>
        <p:spPr>
          <a:xfrm>
            <a:off x="504000" y="1326600"/>
            <a:ext cx="9070560" cy="3287160"/>
          </a:xfrm>
          <a:prstGeom prst="rect">
            <a:avLst/>
          </a:prstGeom>
          <a:noFill/>
          <a:ln w="0">
            <a:noFill/>
          </a:ln>
        </p:spPr>
        <p:txBody>
          <a:bodyPr lIns="0" tIns="0" rIns="0" bIns="0" anchor="t">
            <a:normAutofit/>
          </a:bodyPr>
          <a:lstStyle/>
          <a:p>
            <a:pPr marL="431800" indent="-323850">
              <a:lnSpc>
                <a:spcPct val="100000"/>
              </a:lnSpc>
              <a:spcBef>
                <a:spcPts val="285"/>
              </a:spcBef>
              <a:spcAft>
                <a:spcPts val="285"/>
              </a:spcAft>
              <a:buClr>
                <a:srgbClr val="000000"/>
              </a:buClr>
              <a:buSzPct val="45000"/>
              <a:buFont typeface="Wingdings" panose="05000000000000000000" pitchFamily="2" charset="2"/>
              <a:buChar char=""/>
            </a:pPr>
            <a:r>
              <a:rPr lang="en-US" sz="1100" b="0" u="none" strike="noStrike">
                <a:solidFill>
                  <a:srgbClr val="000000"/>
                </a:solidFill>
                <a:uFillTx/>
                <a:latin typeface="Arial" panose="020B0604020202020204"/>
              </a:rPr>
              <a:t>The cleanup function in useEffect is called in the following scenarios:</a:t>
            </a:r>
            <a:endParaRPr lang="en-US" sz="1100" b="0" u="none" strike="noStrike">
              <a:solidFill>
                <a:srgbClr val="000000"/>
              </a:solidFill>
              <a:uFillTx/>
              <a:latin typeface="Arial" panose="020B0604020202020204"/>
            </a:endParaRPr>
          </a:p>
          <a:p>
            <a:pPr marL="431800" indent="0">
              <a:lnSpc>
                <a:spcPct val="100000"/>
              </a:lnSpc>
              <a:spcBef>
                <a:spcPts val="285"/>
              </a:spcBef>
              <a:spcAft>
                <a:spcPts val="285"/>
              </a:spcAft>
              <a:buNone/>
              <a:tabLst>
                <a:tab pos="0" algn="l"/>
              </a:tabLst>
            </a:pPr>
            <a:r>
              <a:rPr lang="en-US" sz="1100" b="1" u="none" strike="noStrike">
                <a:solidFill>
                  <a:srgbClr val="000000"/>
                </a:solidFill>
                <a:uFillTx/>
                <a:latin typeface="Arial" panose="020B0604020202020204"/>
              </a:rPr>
              <a:t>Before the component unmounts </a:t>
            </a:r>
            <a:r>
              <a:rPr lang="en-US" sz="1100" b="0" u="none" strike="noStrike">
                <a:solidFill>
                  <a:srgbClr val="000000"/>
                </a:solidFill>
                <a:uFillTx/>
                <a:latin typeface="Arial" panose="020B0604020202020204"/>
              </a:rPr>
              <a:t>If the effect has a cleanup function, it runs when the component is about to be removed from the DOM.</a:t>
            </a:r>
            <a:endParaRPr lang="en-US" sz="1100" b="0" u="none" strike="noStrike">
              <a:solidFill>
                <a:srgbClr val="000000"/>
              </a:solidFill>
              <a:uFillTx/>
              <a:latin typeface="Arial" panose="020B0604020202020204"/>
            </a:endParaRPr>
          </a:p>
          <a:p>
            <a:pPr marL="431800" indent="0">
              <a:lnSpc>
                <a:spcPct val="100000"/>
              </a:lnSpc>
              <a:spcBef>
                <a:spcPts val="285"/>
              </a:spcBef>
              <a:spcAft>
                <a:spcPts val="285"/>
              </a:spcAft>
              <a:buNone/>
              <a:tabLst>
                <a:tab pos="0" algn="l"/>
              </a:tabLst>
            </a:pPr>
            <a:r>
              <a:rPr lang="en-US" sz="1100" b="1" u="none" strike="noStrike">
                <a:solidFill>
                  <a:srgbClr val="000000"/>
                </a:solidFill>
                <a:uFillTx/>
                <a:latin typeface="Arial" panose="020B0604020202020204"/>
              </a:rPr>
              <a:t>Before the useEffect runs again </a:t>
            </a:r>
            <a:r>
              <a:rPr lang="en-US" sz="1100" b="0" u="none" strike="noStrike">
                <a:solidFill>
                  <a:srgbClr val="000000"/>
                </a:solidFill>
                <a:uFillTx/>
                <a:latin typeface="Arial" panose="020B0604020202020204"/>
              </a:rPr>
              <a:t>If the dependency array changes, React calls the cleanup function of the previous useEffect call before re-running the useEffect.</a:t>
            </a:r>
            <a:endParaRPr lang="en-US" sz="1100" b="0" u="none" strike="noStrike">
              <a:solidFill>
                <a:srgbClr val="000000"/>
              </a:solidFill>
              <a:uFillTx/>
              <a:latin typeface="Arial" panose="020B0604020202020204"/>
            </a:endParaRPr>
          </a:p>
          <a:p>
            <a:pPr marL="431800" indent="0">
              <a:lnSpc>
                <a:spcPct val="100000"/>
              </a:lnSpc>
              <a:spcBef>
                <a:spcPts val="1190"/>
              </a:spcBef>
              <a:spcAft>
                <a:spcPts val="990"/>
              </a:spcAft>
              <a:buNone/>
              <a:tabLst>
                <a:tab pos="0" algn="l"/>
              </a:tabLst>
            </a:pPr>
            <a:endParaRPr lang="en-US" sz="1000" b="0" u="none" strike="noStrike">
              <a:solidFill>
                <a:srgbClr val="000000"/>
              </a:solidFill>
              <a:uFillTx/>
              <a:latin typeface="Arial" panose="020B0604020202020204"/>
            </a:endParaRPr>
          </a:p>
        </p:txBody>
      </p:sp>
      <p:sp>
        <p:nvSpPr>
          <p:cNvPr id="66" name="Rectangle 65"/>
          <p:cNvSpPr/>
          <p:nvPr/>
        </p:nvSpPr>
        <p:spPr>
          <a:xfrm>
            <a:off x="750240" y="2286000"/>
            <a:ext cx="7021800" cy="2812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r>
              <a:rPr lang="en-US" sz="1000" b="0" u="none" strike="noStrike">
                <a:solidFill>
                  <a:srgbClr val="00A933"/>
                </a:solidFill>
                <a:uFillTx/>
                <a:latin typeface="Liberation Mono;Courier New;DejaVu Sans Mono"/>
              </a:rPr>
              <a:t>import</a:t>
            </a:r>
            <a:r>
              <a:rPr lang="en-US" sz="1000" b="0" u="none" strike="noStrike">
                <a:solidFill>
                  <a:srgbClr val="000000"/>
                </a:solidFill>
                <a:uFillTx/>
                <a:latin typeface="Liberation Mono;Courier New;DejaVu Sans Mono"/>
              </a:rPr>
              <a:t> { useEffect, useState } from "react";</a:t>
            </a:r>
            <a:endParaRPr lang="en-US" sz="1000" b="0" u="none" strike="noStrike">
              <a:solidFill>
                <a:srgbClr val="000000"/>
              </a:solidFill>
              <a:uFillTx/>
              <a:latin typeface="Arial" panose="020B0604020202020204"/>
            </a:endParaRPr>
          </a:p>
          <a:p>
            <a:pPr>
              <a:lnSpc>
                <a:spcPct val="100000"/>
              </a:lnSpc>
            </a:pPr>
            <a:endParaRPr lang="en-US" sz="1000" b="0" u="none" strike="noStrike">
              <a:solidFill>
                <a:srgbClr val="000000"/>
              </a:solidFill>
              <a:uFillTx/>
              <a:latin typeface="Arial" panose="020B0604020202020204"/>
            </a:endParaRPr>
          </a:p>
          <a:p>
            <a:pPr>
              <a:lnSpc>
                <a:spcPct val="100000"/>
              </a:lnSpc>
            </a:pPr>
            <a:r>
              <a:rPr lang="en-US" sz="1000" b="0" u="none" strike="noStrike">
                <a:solidFill>
                  <a:srgbClr val="00A933"/>
                </a:solidFill>
                <a:uFillTx/>
                <a:latin typeface="Liberation Mono;Courier New;DejaVu Sans Mono"/>
                <a:ea typeface="Liberation Mono;Courier New;DejaVu Sans Mono"/>
              </a:rPr>
              <a:t>const</a:t>
            </a:r>
            <a:r>
              <a:rPr lang="en-US" sz="1000" b="0" u="none" strike="noStrike">
                <a:solidFill>
                  <a:srgbClr val="000000"/>
                </a:solidFill>
                <a:uFillTx/>
                <a:latin typeface="Liberation Mono;Courier New;DejaVu Sans Mono"/>
                <a:ea typeface="Liberation Mono;Courier New;DejaVu Sans Mono"/>
              </a:rPr>
              <a:t> Example=()=&gt; {</a:t>
            </a:r>
            <a:endParaRPr lang="en-US" sz="1000" b="0" u="none" strike="noStrike">
              <a:solidFill>
                <a:srgbClr val="000000"/>
              </a:solidFill>
              <a:uFillTx/>
              <a:latin typeface="Arial" panose="020B0604020202020204"/>
            </a:endParaRPr>
          </a:p>
          <a:p>
            <a:pPr>
              <a:lnSpc>
                <a:spcPct val="100000"/>
              </a:lnSpc>
            </a:pPr>
            <a:r>
              <a:rPr lang="en-US" sz="1000" b="0" u="none" strike="noStrike">
                <a:solidFill>
                  <a:srgbClr val="000000"/>
                </a:solidFill>
                <a:uFillTx/>
                <a:latin typeface="Liberation Mono;Courier New;DejaVu Sans Mono"/>
                <a:ea typeface="Liberation Mono;Courier New;DejaVu Sans Mono"/>
              </a:rPr>
              <a:t>  </a:t>
            </a:r>
            <a:r>
              <a:rPr lang="en-US" sz="1000" b="0" u="none" strike="noStrike">
                <a:solidFill>
                  <a:srgbClr val="00A933"/>
                </a:solidFill>
                <a:uFillTx/>
                <a:latin typeface="Liberation Mono;Courier New;DejaVu Sans Mono"/>
                <a:ea typeface="Liberation Mono;Courier New;DejaVu Sans Mono"/>
              </a:rPr>
              <a:t>const</a:t>
            </a:r>
            <a:r>
              <a:rPr lang="en-US" sz="1000" b="0" u="none" strike="noStrike">
                <a:solidFill>
                  <a:srgbClr val="000000"/>
                </a:solidFill>
                <a:uFillTx/>
                <a:latin typeface="Liberation Mono;Courier New;DejaVu Sans Mono"/>
                <a:ea typeface="Liberation Mono;Courier New;DejaVu Sans Mono"/>
              </a:rPr>
              <a:t> [count, setCount] = useState(0);</a:t>
            </a:r>
            <a:endParaRPr lang="en-US" sz="1000" b="0" u="none" strike="noStrike">
              <a:solidFill>
                <a:srgbClr val="000000"/>
              </a:solidFill>
              <a:uFillTx/>
              <a:latin typeface="Arial" panose="020B0604020202020204"/>
            </a:endParaRPr>
          </a:p>
          <a:p>
            <a:pPr>
              <a:lnSpc>
                <a:spcPct val="100000"/>
              </a:lnSpc>
            </a:pPr>
            <a:r>
              <a:rPr lang="en-US" sz="1000" b="0" u="none" strike="noStrike">
                <a:solidFill>
                  <a:srgbClr val="000000"/>
                </a:solidFill>
                <a:uFillTx/>
                <a:latin typeface="Liberation Mono;Courier New;DejaVu Sans Mono"/>
                <a:ea typeface="Liberation Mono;Courier New;DejaVu Sans Mono"/>
              </a:rPr>
              <a:t>  useEffect(() =&gt; {</a:t>
            </a:r>
            <a:endParaRPr lang="en-US" sz="1000" b="0" u="none" strike="noStrike">
              <a:solidFill>
                <a:srgbClr val="000000"/>
              </a:solidFill>
              <a:uFillTx/>
              <a:latin typeface="Arial" panose="020B0604020202020204"/>
            </a:endParaRPr>
          </a:p>
          <a:p>
            <a:pPr>
              <a:lnSpc>
                <a:spcPct val="100000"/>
              </a:lnSpc>
            </a:pPr>
            <a:r>
              <a:rPr lang="en-US" sz="1000" b="0" u="none" strike="noStrike">
                <a:solidFill>
                  <a:srgbClr val="000000"/>
                </a:solidFill>
                <a:uFillTx/>
                <a:latin typeface="Liberation Mono;Courier New;DejaVu Sans Mono"/>
                <a:ea typeface="Liberation Mono;Courier New;DejaVu Sans Mono"/>
              </a:rPr>
              <a:t>    console.log("Effect runs");</a:t>
            </a:r>
            <a:endParaRPr lang="en-US" sz="1000" b="0" u="none" strike="noStrike">
              <a:solidFill>
                <a:srgbClr val="000000"/>
              </a:solidFill>
              <a:uFillTx/>
              <a:latin typeface="Arial" panose="020B0604020202020204"/>
            </a:endParaRPr>
          </a:p>
          <a:p>
            <a:pPr>
              <a:lnSpc>
                <a:spcPct val="100000"/>
              </a:lnSpc>
            </a:pPr>
            <a:r>
              <a:rPr lang="en-US" sz="1000" b="0" u="none" strike="noStrike">
                <a:solidFill>
                  <a:srgbClr val="000000"/>
                </a:solidFill>
                <a:uFillTx/>
                <a:latin typeface="Liberation Mono;Courier New;DejaVu Sans Mono"/>
                <a:ea typeface="Liberation Mono;Courier New;DejaVu Sans Mono"/>
              </a:rPr>
              <a:t>    return () =&gt; {</a:t>
            </a:r>
            <a:endParaRPr lang="en-US" sz="1000" b="0" u="none" strike="noStrike">
              <a:solidFill>
                <a:srgbClr val="000000"/>
              </a:solidFill>
              <a:uFillTx/>
              <a:latin typeface="Arial" panose="020B0604020202020204"/>
            </a:endParaRPr>
          </a:p>
          <a:p>
            <a:pPr>
              <a:lnSpc>
                <a:spcPct val="100000"/>
              </a:lnSpc>
            </a:pPr>
            <a:r>
              <a:rPr lang="en-US" sz="1000" b="0" u="none" strike="noStrike">
                <a:solidFill>
                  <a:srgbClr val="000000"/>
                </a:solidFill>
                <a:uFillTx/>
                <a:latin typeface="Liberation Mono;Courier New;DejaVu Sans Mono"/>
                <a:ea typeface="Liberation Mono;Courier New;DejaVu Sans Mono"/>
              </a:rPr>
              <a:t>      console.log("Cleanup runs");</a:t>
            </a:r>
            <a:endParaRPr lang="en-US" sz="1000" b="0" u="none" strike="noStrike">
              <a:solidFill>
                <a:srgbClr val="000000"/>
              </a:solidFill>
              <a:uFillTx/>
              <a:latin typeface="Arial" panose="020B0604020202020204"/>
            </a:endParaRPr>
          </a:p>
          <a:p>
            <a:pPr>
              <a:lnSpc>
                <a:spcPct val="100000"/>
              </a:lnSpc>
            </a:pPr>
            <a:r>
              <a:rPr lang="en-US" sz="1000" b="0" u="none" strike="noStrike">
                <a:solidFill>
                  <a:srgbClr val="000000"/>
                </a:solidFill>
                <a:uFillTx/>
                <a:latin typeface="Liberation Mono;Courier New;DejaVu Sans Mono"/>
                <a:ea typeface="Liberation Mono;Courier New;DejaVu Sans Mono"/>
              </a:rPr>
              <a:t>    };</a:t>
            </a:r>
            <a:endParaRPr lang="en-US" sz="1000" b="0" u="none" strike="noStrike">
              <a:solidFill>
                <a:srgbClr val="000000"/>
              </a:solidFill>
              <a:uFillTx/>
              <a:latin typeface="Arial" panose="020B0604020202020204"/>
            </a:endParaRPr>
          </a:p>
          <a:p>
            <a:pPr>
              <a:lnSpc>
                <a:spcPct val="100000"/>
              </a:lnSpc>
            </a:pPr>
            <a:r>
              <a:rPr lang="en-US" sz="1000" b="0" u="none" strike="noStrike">
                <a:solidFill>
                  <a:srgbClr val="000000"/>
                </a:solidFill>
                <a:uFillTx/>
                <a:latin typeface="Liberation Mono;Courier New;DejaVu Sans Mono"/>
                <a:ea typeface="Liberation Mono;Courier New;DejaVu Sans Mono"/>
              </a:rPr>
              <a:t>  }, [count]);</a:t>
            </a:r>
            <a:r>
              <a:rPr lang="en-US" sz="1000" b="0" u="none" strike="noStrike">
                <a:solidFill>
                  <a:srgbClr val="00A933"/>
                </a:solidFill>
                <a:uFillTx/>
                <a:latin typeface="Liberation Mono;Courier New;DejaVu Sans Mono"/>
                <a:ea typeface="Liberation Mono;Courier New;DejaVu Sans Mono"/>
              </a:rPr>
              <a:t>//Cleanup runs before this useEffect reruns because of count update.</a:t>
            </a:r>
            <a:endParaRPr lang="en-US" sz="1000" b="0" u="none" strike="noStrike">
              <a:solidFill>
                <a:srgbClr val="000000"/>
              </a:solidFill>
              <a:uFillTx/>
              <a:latin typeface="Arial" panose="020B0604020202020204"/>
            </a:endParaRPr>
          </a:p>
          <a:p>
            <a:pPr>
              <a:lnSpc>
                <a:spcPct val="100000"/>
              </a:lnSpc>
            </a:pPr>
            <a:endParaRPr lang="en-US" sz="1000" b="0" u="none" strike="noStrike">
              <a:solidFill>
                <a:srgbClr val="000000"/>
              </a:solidFill>
              <a:uFillTx/>
              <a:latin typeface="Arial" panose="020B0604020202020204"/>
            </a:endParaRPr>
          </a:p>
          <a:p>
            <a:pPr>
              <a:lnSpc>
                <a:spcPct val="100000"/>
              </a:lnSpc>
            </a:pPr>
            <a:r>
              <a:rPr lang="en-US" sz="1000" b="0" u="none" strike="noStrike">
                <a:solidFill>
                  <a:srgbClr val="000000"/>
                </a:solidFill>
                <a:uFillTx/>
                <a:latin typeface="Liberation Mono;Courier New;DejaVu Sans Mono"/>
                <a:ea typeface="Liberation Mono;Courier New;DejaVu Sans Mono"/>
              </a:rPr>
              <a:t>  </a:t>
            </a:r>
            <a:r>
              <a:rPr lang="en-US" sz="1000" b="0" u="none" strike="noStrike">
                <a:solidFill>
                  <a:srgbClr val="00A933"/>
                </a:solidFill>
                <a:uFillTx/>
                <a:latin typeface="Liberation Mono;Courier New;DejaVu Sans Mono"/>
                <a:ea typeface="Liberation Mono;Courier New;DejaVu Sans Mono"/>
              </a:rPr>
              <a:t>return</a:t>
            </a:r>
            <a:r>
              <a:rPr lang="en-US" sz="1000" b="0" u="none" strike="noStrike">
                <a:solidFill>
                  <a:srgbClr val="000000"/>
                </a:solidFill>
                <a:uFillTx/>
                <a:latin typeface="Liberation Mono;Courier New;DejaVu Sans Mono"/>
                <a:ea typeface="Liberation Mono;Courier New;DejaVu Sans Mono"/>
              </a:rPr>
              <a:t> (</a:t>
            </a:r>
            <a:endParaRPr lang="en-US" sz="1000" b="0" u="none" strike="noStrike">
              <a:solidFill>
                <a:srgbClr val="000000"/>
              </a:solidFill>
              <a:uFillTx/>
              <a:latin typeface="Arial" panose="020B0604020202020204"/>
            </a:endParaRPr>
          </a:p>
          <a:p>
            <a:pPr>
              <a:lnSpc>
                <a:spcPct val="100000"/>
              </a:lnSpc>
            </a:pPr>
            <a:r>
              <a:rPr lang="en-US" sz="1000" b="0" u="none" strike="noStrike">
                <a:solidFill>
                  <a:srgbClr val="000000"/>
                </a:solidFill>
                <a:uFillTx/>
                <a:latin typeface="Liberation Mono;Courier New;DejaVu Sans Mono"/>
                <a:ea typeface="Liberation Mono;Courier New;DejaVu Sans Mono"/>
              </a:rPr>
              <a:t>    &lt;button onClick={() =&gt; setCount(count + 1)}&gt;</a:t>
            </a:r>
            <a:endParaRPr lang="en-US" sz="1000" b="0" u="none" strike="noStrike">
              <a:solidFill>
                <a:srgbClr val="000000"/>
              </a:solidFill>
              <a:uFillTx/>
              <a:latin typeface="Arial" panose="020B0604020202020204"/>
            </a:endParaRPr>
          </a:p>
          <a:p>
            <a:pPr>
              <a:lnSpc>
                <a:spcPct val="100000"/>
              </a:lnSpc>
            </a:pPr>
            <a:r>
              <a:rPr lang="en-US" sz="1000" b="0" u="none" strike="noStrike">
                <a:solidFill>
                  <a:srgbClr val="000000"/>
                </a:solidFill>
                <a:uFillTx/>
                <a:latin typeface="Liberation Mono;Courier New;DejaVu Sans Mono"/>
                <a:ea typeface="Liberation Mono;Courier New;DejaVu Sans Mono"/>
              </a:rPr>
              <a:t>      Click me {count}</a:t>
            </a:r>
            <a:endParaRPr lang="en-US" sz="1000" b="0" u="none" strike="noStrike">
              <a:solidFill>
                <a:srgbClr val="000000"/>
              </a:solidFill>
              <a:uFillTx/>
              <a:latin typeface="Arial" panose="020B0604020202020204"/>
            </a:endParaRPr>
          </a:p>
          <a:p>
            <a:pPr>
              <a:lnSpc>
                <a:spcPct val="100000"/>
              </a:lnSpc>
            </a:pPr>
            <a:r>
              <a:rPr lang="en-US" sz="1000" b="0" u="none" strike="noStrike">
                <a:solidFill>
                  <a:srgbClr val="000000"/>
                </a:solidFill>
                <a:uFillTx/>
                <a:latin typeface="Liberation Mono;Courier New;DejaVu Sans Mono"/>
                <a:ea typeface="Liberation Mono;Courier New;DejaVu Sans Mono"/>
              </a:rPr>
              <a:t>    &lt;/button&gt;</a:t>
            </a:r>
            <a:endParaRPr lang="en-US" sz="1000" b="0" u="none" strike="noStrike">
              <a:solidFill>
                <a:srgbClr val="000000"/>
              </a:solidFill>
              <a:uFillTx/>
              <a:latin typeface="Arial" panose="020B0604020202020204"/>
            </a:endParaRPr>
          </a:p>
          <a:p>
            <a:pPr>
              <a:lnSpc>
                <a:spcPct val="100000"/>
              </a:lnSpc>
            </a:pPr>
            <a:r>
              <a:rPr lang="en-US" sz="1000" b="0" u="none" strike="noStrike">
                <a:solidFill>
                  <a:srgbClr val="000000"/>
                </a:solidFill>
                <a:uFillTx/>
                <a:latin typeface="Liberation Mono;Courier New;DejaVu Sans Mono"/>
                <a:ea typeface="Liberation Mono;Courier New;DejaVu Sans Mono"/>
              </a:rPr>
              <a:t>  );</a:t>
            </a:r>
            <a:endParaRPr lang="en-US" sz="1000" b="0" u="none" strike="noStrike">
              <a:solidFill>
                <a:srgbClr val="000000"/>
              </a:solidFill>
              <a:uFillTx/>
              <a:latin typeface="Arial" panose="020B0604020202020204"/>
            </a:endParaRPr>
          </a:p>
          <a:p>
            <a:pPr>
              <a:lnSpc>
                <a:spcPct val="100000"/>
              </a:lnSpc>
            </a:pPr>
            <a:r>
              <a:rPr lang="en-US" sz="1000" b="0" u="none" strike="noStrike">
                <a:solidFill>
                  <a:srgbClr val="000000"/>
                </a:solidFill>
                <a:uFillTx/>
                <a:latin typeface="Liberation Mono;Courier New;DejaVu Sans Mono"/>
                <a:ea typeface="Liberation Mono;Courier New;DejaVu Sans Mono"/>
              </a:rPr>
              <a:t>}</a:t>
            </a:r>
            <a:endParaRPr lang="en-US" sz="1000" b="0" u="none" strike="noStrike">
              <a:solidFill>
                <a:srgbClr val="000000"/>
              </a:solidFill>
              <a:uFillTx/>
              <a:latin typeface="Arial" panose="020B0604020202020204"/>
            </a:endParaRPr>
          </a:p>
          <a:p>
            <a:pPr>
              <a:lnSpc>
                <a:spcPct val="100000"/>
              </a:lnSpc>
            </a:pPr>
            <a:endParaRPr lang="en-US" sz="1000" b="0" u="none" strike="noStrike">
              <a:solidFill>
                <a:srgbClr val="000000"/>
              </a:solidFill>
              <a:uFillTx/>
              <a:latin typeface="Arial" panose="020B0604020202020204"/>
            </a:endParaRPr>
          </a:p>
          <a:p>
            <a:pPr>
              <a:lnSpc>
                <a:spcPct val="100000"/>
              </a:lnSpc>
            </a:pPr>
            <a:r>
              <a:rPr lang="en-US" sz="1000" b="0" u="none" strike="noStrike">
                <a:solidFill>
                  <a:srgbClr val="00A933"/>
                </a:solidFill>
                <a:uFillTx/>
                <a:latin typeface="Liberation Mono;Courier New;DejaVu Sans Mono"/>
                <a:ea typeface="Liberation Mono;Courier New;DejaVu Sans Mono"/>
              </a:rPr>
              <a:t>export default </a:t>
            </a:r>
            <a:r>
              <a:rPr lang="en-US" sz="1000" b="0" u="none" strike="noStrike">
                <a:solidFill>
                  <a:srgbClr val="000000"/>
                </a:solidFill>
                <a:uFillTx/>
                <a:latin typeface="Liberation Mono;Courier New;DejaVu Sans Mono"/>
                <a:ea typeface="Liberation Mono;Courier New;DejaVu Sans Mono"/>
              </a:rPr>
              <a:t>Example; </a:t>
            </a:r>
            <a:endParaRPr lang="en-US" sz="1000" b="0" u="none" strike="noStrike">
              <a:solidFill>
                <a:srgbClr val="000000"/>
              </a:solidFill>
              <a:uFillTx/>
              <a:latin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PlaceHolder 1"/>
          <p:cNvSpPr>
            <a:spLocks noGrp="1"/>
          </p:cNvSpPr>
          <p:nvPr>
            <p:ph type="title"/>
          </p:nvPr>
        </p:nvSpPr>
        <p:spPr>
          <a:xfrm>
            <a:off x="504000" y="226080"/>
            <a:ext cx="9070560" cy="945360"/>
          </a:xfrm>
          <a:prstGeom prst="rect">
            <a:avLst/>
          </a:prstGeom>
          <a:noFill/>
          <a:ln w="0">
            <a:noFill/>
          </a:ln>
        </p:spPr>
        <p:txBody>
          <a:bodyPr lIns="0" tIns="0" rIns="0" bIns="0" anchor="ctr">
            <a:noAutofit/>
          </a:bodyPr>
          <a:lstStyle/>
          <a:p>
            <a:pPr indent="0" algn="ctr">
              <a:lnSpc>
                <a:spcPct val="100000"/>
              </a:lnSpc>
              <a:buNone/>
              <a:tabLst>
                <a:tab pos="0" algn="l"/>
              </a:tabLst>
            </a:pPr>
            <a:r>
              <a:rPr lang="en-US" sz="4400" b="0" u="none" strike="noStrike">
                <a:solidFill>
                  <a:srgbClr val="000000"/>
                </a:solidFill>
                <a:uFillTx/>
                <a:latin typeface="Arial" panose="020B0604020202020204"/>
              </a:rPr>
              <a:t>Props in Functional Components</a:t>
            </a:r>
            <a:endParaRPr lang="en-US" sz="4400" b="0" u="none" strike="noStrike">
              <a:solidFill>
                <a:srgbClr val="000000"/>
              </a:solidFill>
              <a:uFillTx/>
              <a:latin typeface="Arial" panose="020B0604020202020204"/>
            </a:endParaRPr>
          </a:p>
        </p:txBody>
      </p:sp>
      <p:sp>
        <p:nvSpPr>
          <p:cNvPr id="68" name="Rectangle 67"/>
          <p:cNvSpPr/>
          <p:nvPr/>
        </p:nvSpPr>
        <p:spPr>
          <a:xfrm>
            <a:off x="896760" y="1420920"/>
            <a:ext cx="2989080" cy="1236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r>
              <a:rPr lang="en-US" sz="1000" b="0" u="none" strike="noStrike">
                <a:solidFill>
                  <a:srgbClr val="00A933"/>
                </a:solidFill>
                <a:uFillTx/>
                <a:latin typeface="Liberation Mono;Courier New;DejaVu Sans Mono"/>
              </a:rPr>
              <a:t>const</a:t>
            </a:r>
            <a:r>
              <a:rPr lang="en-US" sz="1000" b="0" u="none" strike="noStrike">
                <a:solidFill>
                  <a:srgbClr val="000000"/>
                </a:solidFill>
                <a:uFillTx/>
                <a:latin typeface="Liberation Mono;Courier New;DejaVu Sans Mono"/>
              </a:rPr>
              <a:t> UserInfo = ({ name, age }) =&gt; (</a:t>
            </a:r>
            <a:endParaRPr lang="en-US" sz="1000" b="0" u="none" strike="noStrike">
              <a:solidFill>
                <a:srgbClr val="000000"/>
              </a:solidFill>
              <a:uFillTx/>
              <a:latin typeface="Arial" panose="020B0604020202020204"/>
            </a:endParaRPr>
          </a:p>
          <a:p>
            <a:pPr>
              <a:lnSpc>
                <a:spcPct val="100000"/>
              </a:lnSpc>
            </a:pPr>
            <a:r>
              <a:rPr lang="en-US" sz="1000" b="0" u="none" strike="noStrike">
                <a:solidFill>
                  <a:srgbClr val="000000"/>
                </a:solidFill>
                <a:uFillTx/>
                <a:latin typeface="Liberation Mono;Courier New;DejaVu Sans Mono"/>
              </a:rPr>
              <a:t>  &lt;p&gt;</a:t>
            </a:r>
            <a:endParaRPr lang="en-US" sz="1000" b="0" u="none" strike="noStrike">
              <a:solidFill>
                <a:srgbClr val="000000"/>
              </a:solidFill>
              <a:uFillTx/>
              <a:latin typeface="Arial" panose="020B0604020202020204"/>
            </a:endParaRPr>
          </a:p>
          <a:p>
            <a:pPr>
              <a:lnSpc>
                <a:spcPct val="100000"/>
              </a:lnSpc>
            </a:pPr>
            <a:r>
              <a:rPr lang="en-US" sz="1000" b="0" u="none" strike="noStrike">
                <a:solidFill>
                  <a:srgbClr val="000000"/>
                </a:solidFill>
                <a:uFillTx/>
                <a:latin typeface="Liberation Mono;Courier New;DejaVu Sans Mono"/>
              </a:rPr>
              <a:t>    {name} is {age} years old.</a:t>
            </a:r>
            <a:endParaRPr lang="en-US" sz="1000" b="0" u="none" strike="noStrike">
              <a:solidFill>
                <a:srgbClr val="000000"/>
              </a:solidFill>
              <a:uFillTx/>
              <a:latin typeface="Arial" panose="020B0604020202020204"/>
            </a:endParaRPr>
          </a:p>
          <a:p>
            <a:pPr>
              <a:lnSpc>
                <a:spcPct val="100000"/>
              </a:lnSpc>
            </a:pPr>
            <a:r>
              <a:rPr lang="en-US" sz="1000" b="0" u="none" strike="noStrike">
                <a:solidFill>
                  <a:srgbClr val="000000"/>
                </a:solidFill>
                <a:uFillTx/>
                <a:latin typeface="Liberation Mono;Courier New;DejaVu Sans Mono"/>
              </a:rPr>
              <a:t>  &lt;/p&gt;</a:t>
            </a:r>
            <a:endParaRPr lang="en-US" sz="1000" b="0" u="none" strike="noStrike">
              <a:solidFill>
                <a:srgbClr val="000000"/>
              </a:solidFill>
              <a:uFillTx/>
              <a:latin typeface="Arial" panose="020B0604020202020204"/>
            </a:endParaRPr>
          </a:p>
          <a:p>
            <a:pPr>
              <a:lnSpc>
                <a:spcPct val="100000"/>
              </a:lnSpc>
            </a:pPr>
            <a:r>
              <a:rPr lang="en-US" sz="1000" b="0" u="none" strike="noStrike">
                <a:solidFill>
                  <a:srgbClr val="000000"/>
                </a:solidFill>
                <a:uFillTx/>
                <a:latin typeface="Liberation Mono;Courier New;DejaVu Sans Mono"/>
              </a:rPr>
              <a:t>);</a:t>
            </a:r>
            <a:endParaRPr lang="en-US" sz="1000" b="0" u="none" strike="noStrike">
              <a:solidFill>
                <a:srgbClr val="000000"/>
              </a:solidFill>
              <a:uFillTx/>
              <a:latin typeface="Arial" panose="020B0604020202020204"/>
            </a:endParaRPr>
          </a:p>
          <a:p>
            <a:pPr>
              <a:lnSpc>
                <a:spcPct val="100000"/>
              </a:lnSpc>
            </a:pPr>
            <a:endParaRPr lang="en-US" sz="1000" b="0" u="none" strike="noStrike">
              <a:solidFill>
                <a:srgbClr val="000000"/>
              </a:solidFill>
              <a:uFillTx/>
              <a:latin typeface="Arial" panose="020B0604020202020204"/>
            </a:endParaRPr>
          </a:p>
          <a:p>
            <a:pPr>
              <a:lnSpc>
                <a:spcPct val="100000"/>
              </a:lnSpc>
            </a:pPr>
            <a:r>
              <a:rPr lang="en-US" sz="1000" b="0" u="none" strike="noStrike">
                <a:solidFill>
                  <a:srgbClr val="00A933"/>
                </a:solidFill>
                <a:uFillTx/>
                <a:latin typeface="Liberation Mono;Courier New;DejaVu Sans Mono"/>
                <a:ea typeface="Liberation Mono;Courier New;DejaVu Sans Mono"/>
              </a:rPr>
              <a:t>// Usage</a:t>
            </a:r>
            <a:endParaRPr lang="en-US" sz="1000" b="0" u="none" strike="noStrike">
              <a:solidFill>
                <a:srgbClr val="000000"/>
              </a:solidFill>
              <a:uFillTx/>
              <a:latin typeface="Arial" panose="020B0604020202020204"/>
            </a:endParaRPr>
          </a:p>
          <a:p>
            <a:pPr>
              <a:lnSpc>
                <a:spcPct val="100000"/>
              </a:lnSpc>
            </a:pPr>
            <a:r>
              <a:rPr lang="en-US" sz="1000" b="0" u="none" strike="noStrike">
                <a:solidFill>
                  <a:srgbClr val="000000"/>
                </a:solidFill>
                <a:uFillTx/>
                <a:latin typeface="Liberation Mono;Courier New;DejaVu Sans Mono"/>
                <a:ea typeface="Liberation Mono;Courier New;DejaVu Sans Mono"/>
              </a:rPr>
              <a:t>&lt;UserInfo name="John" age={25} /&gt;; </a:t>
            </a:r>
            <a:endParaRPr lang="en-US" sz="1000" b="0" u="none" strike="noStrike">
              <a:solidFill>
                <a:srgbClr val="000000"/>
              </a:solidFill>
              <a:uFillTx/>
              <a:latin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 name="PlaceHolder 1"/>
          <p:cNvSpPr>
            <a:spLocks noGrp="1"/>
          </p:cNvSpPr>
          <p:nvPr>
            <p:ph type="title"/>
          </p:nvPr>
        </p:nvSpPr>
        <p:spPr>
          <a:xfrm>
            <a:off x="504000" y="226080"/>
            <a:ext cx="9070560" cy="945360"/>
          </a:xfrm>
          <a:prstGeom prst="rect">
            <a:avLst/>
          </a:prstGeom>
          <a:noFill/>
          <a:ln w="0">
            <a:noFill/>
          </a:ln>
        </p:spPr>
        <p:txBody>
          <a:bodyPr lIns="0" tIns="0" rIns="0" bIns="0" anchor="ctr">
            <a:noAutofit/>
          </a:bodyPr>
          <a:lstStyle/>
          <a:p>
            <a:pPr indent="0" algn="ctr">
              <a:lnSpc>
                <a:spcPct val="100000"/>
              </a:lnSpc>
              <a:buNone/>
              <a:tabLst>
                <a:tab pos="0" algn="l"/>
              </a:tabLst>
            </a:pPr>
            <a:r>
              <a:rPr lang="en-US" sz="4400" b="0" u="none" strike="noStrike">
                <a:solidFill>
                  <a:srgbClr val="000000"/>
                </a:solidFill>
                <a:uFillTx/>
                <a:latin typeface="Arial" panose="020B0604020202020204"/>
              </a:rPr>
              <a:t>Conditional Rendering</a:t>
            </a:r>
            <a:endParaRPr lang="en-US" sz="4400" b="0" u="none" strike="noStrike">
              <a:solidFill>
                <a:srgbClr val="000000"/>
              </a:solidFill>
              <a:uFillTx/>
              <a:latin typeface="Arial" panose="020B0604020202020204"/>
            </a:endParaRPr>
          </a:p>
        </p:txBody>
      </p:sp>
      <p:sp>
        <p:nvSpPr>
          <p:cNvPr id="70" name="PlaceHolder 2"/>
          <p:cNvSpPr>
            <a:spLocks noGrp="1"/>
          </p:cNvSpPr>
          <p:nvPr>
            <p:ph/>
          </p:nvPr>
        </p:nvSpPr>
        <p:spPr>
          <a:xfrm>
            <a:off x="504000" y="1326600"/>
            <a:ext cx="9070560" cy="3287160"/>
          </a:xfrm>
          <a:prstGeom prst="rect">
            <a:avLst/>
          </a:prstGeom>
          <a:noFill/>
          <a:ln w="0">
            <a:noFill/>
          </a:ln>
        </p:spPr>
        <p:txBody>
          <a:bodyPr lIns="0" tIns="0" rIns="0" bIns="0" anchor="t">
            <a:normAutofit/>
          </a:bodyPr>
          <a:lstStyle/>
          <a:p>
            <a:pPr marL="431800" indent="-323850">
              <a:lnSpc>
                <a:spcPct val="100000"/>
              </a:lnSpc>
              <a:spcBef>
                <a:spcPts val="1190"/>
              </a:spcBef>
              <a:spcAft>
                <a:spcPts val="990"/>
              </a:spcAft>
              <a:buClr>
                <a:srgbClr val="000000"/>
              </a:buClr>
              <a:buSzPct val="45000"/>
              <a:buFont typeface="Wingdings" panose="05000000000000000000" pitchFamily="2" charset="2"/>
              <a:buChar char=""/>
            </a:pPr>
            <a:r>
              <a:rPr lang="en-US" sz="1100" b="0" u="none" strike="noStrike">
                <a:solidFill>
                  <a:srgbClr val="000000"/>
                </a:solidFill>
                <a:uFillTx/>
                <a:latin typeface="Arial" panose="020B0604020202020204"/>
              </a:rPr>
              <a:t>Conditional rendering in React allows components to render different UI based on conditions. </a:t>
            </a:r>
            <a:endParaRPr lang="en-US" sz="1100" b="0" u="none" strike="noStrike">
              <a:solidFill>
                <a:srgbClr val="000000"/>
              </a:solidFill>
              <a:uFillTx/>
              <a:latin typeface="Arial" panose="020B0604020202020204"/>
            </a:endParaRPr>
          </a:p>
        </p:txBody>
      </p:sp>
      <p:sp>
        <p:nvSpPr>
          <p:cNvPr id="71" name="Rectangle 70"/>
          <p:cNvSpPr/>
          <p:nvPr/>
        </p:nvSpPr>
        <p:spPr>
          <a:xfrm>
            <a:off x="914400" y="1828800"/>
            <a:ext cx="3823920" cy="1236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r>
              <a:rPr lang="en-US" sz="1000" b="0" u="none" strike="noStrike">
                <a:solidFill>
                  <a:srgbClr val="00A933"/>
                </a:solidFill>
                <a:uFillTx/>
                <a:latin typeface="Cascadia Code" panose="020B0609020000020004" charset="0"/>
                <a:cs typeface="Cascadia Code" panose="020B0609020000020004" charset="0"/>
              </a:rPr>
              <a:t>const</a:t>
            </a:r>
            <a:r>
              <a:rPr lang="en-US" sz="1000" b="0" u="none" strike="noStrike">
                <a:solidFill>
                  <a:srgbClr val="000000"/>
                </a:solidFill>
                <a:uFillTx/>
                <a:latin typeface="Cascadia Code" panose="020B0609020000020004" charset="0"/>
                <a:cs typeface="Cascadia Code" panose="020B0609020000020004" charset="0"/>
              </a:rPr>
              <a:t> Example=({ isAdmin })=&gt; {</a:t>
            </a:r>
            <a:endParaRPr lang="en-US" sz="1000" b="0" u="none" strike="noStrike">
              <a:solidFill>
                <a:srgbClr val="000000"/>
              </a:solidFill>
              <a:uFillTx/>
              <a:latin typeface="Cascadia Code" panose="020B0609020000020004" charset="0"/>
              <a:cs typeface="Cascadia Code" panose="020B0609020000020004" charset="0"/>
            </a:endParaRPr>
          </a:p>
          <a:p>
            <a:pPr>
              <a:lnSpc>
                <a:spcPct val="100000"/>
              </a:lnSpc>
            </a:pPr>
            <a:r>
              <a:rPr lang="en-US" sz="1000" b="0" u="none" strike="noStrike">
                <a:solidFill>
                  <a:srgbClr val="000000"/>
                </a:solidFill>
                <a:uFillTx/>
                <a:latin typeface="Cascadia Code" panose="020B0609020000020004" charset="0"/>
                <a:cs typeface="Cascadia Code" panose="020B0609020000020004" charset="0"/>
              </a:rPr>
              <a:t>  </a:t>
            </a:r>
            <a:r>
              <a:rPr lang="en-US" sz="1000" b="0" u="none" strike="noStrike">
                <a:solidFill>
                  <a:srgbClr val="00A933"/>
                </a:solidFill>
                <a:uFillTx/>
                <a:latin typeface="Cascadia Code" panose="020B0609020000020004" charset="0"/>
                <a:cs typeface="Cascadia Code" panose="020B0609020000020004" charset="0"/>
              </a:rPr>
              <a:t>return</a:t>
            </a:r>
            <a:r>
              <a:rPr lang="en-US" sz="1000" b="0" u="none" strike="noStrike">
                <a:solidFill>
                  <a:srgbClr val="000000"/>
                </a:solidFill>
                <a:uFillTx/>
                <a:latin typeface="Cascadia Code" panose="020B0609020000020004" charset="0"/>
                <a:cs typeface="Cascadia Code" panose="020B0609020000020004" charset="0"/>
              </a:rPr>
              <a:t> (</a:t>
            </a:r>
            <a:endParaRPr lang="en-US" sz="1000" b="0" u="none" strike="noStrike">
              <a:solidFill>
                <a:srgbClr val="000000"/>
              </a:solidFill>
              <a:uFillTx/>
              <a:latin typeface="Cascadia Code" panose="020B0609020000020004" charset="0"/>
              <a:cs typeface="Cascadia Code" panose="020B0609020000020004" charset="0"/>
            </a:endParaRPr>
          </a:p>
          <a:p>
            <a:pPr>
              <a:lnSpc>
                <a:spcPct val="100000"/>
              </a:lnSpc>
            </a:pPr>
            <a:r>
              <a:rPr lang="en-US" sz="1000" b="0" u="none" strike="noStrike">
                <a:solidFill>
                  <a:srgbClr val="000000"/>
                </a:solidFill>
                <a:uFillTx/>
                <a:latin typeface="Cascadia Code" panose="020B0609020000020004" charset="0"/>
                <a:cs typeface="Cascadia Code" panose="020B0609020000020004" charset="0"/>
              </a:rPr>
              <a:t>    &lt;div&gt;</a:t>
            </a:r>
            <a:endParaRPr lang="en-US" sz="1000" b="0" u="none" strike="noStrike">
              <a:solidFill>
                <a:srgbClr val="000000"/>
              </a:solidFill>
              <a:uFillTx/>
              <a:latin typeface="Cascadia Code" panose="020B0609020000020004" charset="0"/>
              <a:cs typeface="Cascadia Code" panose="020B0609020000020004" charset="0"/>
            </a:endParaRPr>
          </a:p>
          <a:p>
            <a:pPr>
              <a:lnSpc>
                <a:spcPct val="100000"/>
              </a:lnSpc>
            </a:pPr>
            <a:r>
              <a:rPr lang="en-US" sz="1000" b="0" u="none" strike="noStrike">
                <a:solidFill>
                  <a:srgbClr val="000000"/>
                </a:solidFill>
                <a:uFillTx/>
                <a:latin typeface="Cascadia Code" panose="020B0609020000020004" charset="0"/>
                <a:cs typeface="Cascadia Code" panose="020B0609020000020004" charset="0"/>
              </a:rPr>
              <a:t>      &lt;h1&gt;Dashboard&lt;/h1&gt;</a:t>
            </a:r>
            <a:endParaRPr lang="en-US" sz="1000" b="0" u="none" strike="noStrike">
              <a:solidFill>
                <a:srgbClr val="000000"/>
              </a:solidFill>
              <a:uFillTx/>
              <a:latin typeface="Cascadia Code" panose="020B0609020000020004" charset="0"/>
              <a:cs typeface="Cascadia Code" panose="020B0609020000020004" charset="0"/>
            </a:endParaRPr>
          </a:p>
          <a:p>
            <a:pPr>
              <a:lnSpc>
                <a:spcPct val="100000"/>
              </a:lnSpc>
            </a:pPr>
            <a:r>
              <a:rPr lang="en-US" sz="1000" b="0" u="none" strike="noStrike">
                <a:solidFill>
                  <a:srgbClr val="000000"/>
                </a:solidFill>
                <a:uFillTx/>
                <a:latin typeface="Cascadia Code" panose="020B0609020000020004" charset="0"/>
                <a:cs typeface="Cascadia Code" panose="020B0609020000020004" charset="0"/>
              </a:rPr>
              <a:t>      {isAdmin &amp;&amp; &lt;button&gt;Manage Users&lt;/button&gt;}</a:t>
            </a:r>
            <a:endParaRPr lang="en-US" sz="1000" b="0" u="none" strike="noStrike">
              <a:solidFill>
                <a:srgbClr val="000000"/>
              </a:solidFill>
              <a:uFillTx/>
              <a:latin typeface="Cascadia Code" panose="020B0609020000020004" charset="0"/>
              <a:cs typeface="Cascadia Code" panose="020B0609020000020004" charset="0"/>
            </a:endParaRPr>
          </a:p>
          <a:p>
            <a:pPr>
              <a:lnSpc>
                <a:spcPct val="100000"/>
              </a:lnSpc>
            </a:pPr>
            <a:r>
              <a:rPr lang="en-US" sz="1000" b="0" u="none" strike="noStrike">
                <a:solidFill>
                  <a:srgbClr val="000000"/>
                </a:solidFill>
                <a:uFillTx/>
                <a:latin typeface="Cascadia Code" panose="020B0609020000020004" charset="0"/>
                <a:cs typeface="Cascadia Code" panose="020B0609020000020004" charset="0"/>
              </a:rPr>
              <a:t>    &lt;/div&gt;</a:t>
            </a:r>
            <a:endParaRPr lang="en-US" sz="1000" b="0" u="none" strike="noStrike">
              <a:solidFill>
                <a:srgbClr val="000000"/>
              </a:solidFill>
              <a:uFillTx/>
              <a:latin typeface="Cascadia Code" panose="020B0609020000020004" charset="0"/>
              <a:cs typeface="Cascadia Code" panose="020B0609020000020004" charset="0"/>
            </a:endParaRPr>
          </a:p>
          <a:p>
            <a:pPr>
              <a:lnSpc>
                <a:spcPct val="100000"/>
              </a:lnSpc>
            </a:pPr>
            <a:r>
              <a:rPr lang="en-US" sz="1000" b="0" u="none" strike="noStrike">
                <a:solidFill>
                  <a:srgbClr val="000000"/>
                </a:solidFill>
                <a:uFillTx/>
                <a:latin typeface="Cascadia Code" panose="020B0609020000020004" charset="0"/>
                <a:cs typeface="Cascadia Code" panose="020B0609020000020004" charset="0"/>
              </a:rPr>
              <a:t>  );</a:t>
            </a:r>
            <a:endParaRPr lang="en-US" sz="1000" b="0" u="none" strike="noStrike">
              <a:solidFill>
                <a:srgbClr val="000000"/>
              </a:solidFill>
              <a:uFillTx/>
              <a:latin typeface="Cascadia Code" panose="020B0609020000020004" charset="0"/>
              <a:cs typeface="Cascadia Code" panose="020B0609020000020004" charset="0"/>
            </a:endParaRPr>
          </a:p>
          <a:p>
            <a:pPr>
              <a:lnSpc>
                <a:spcPct val="100000"/>
              </a:lnSpc>
            </a:pPr>
            <a:r>
              <a:rPr lang="en-US" sz="1000" b="0" u="none" strike="noStrike">
                <a:solidFill>
                  <a:srgbClr val="000000"/>
                </a:solidFill>
                <a:uFillTx/>
                <a:latin typeface="Cascadia Code" panose="020B0609020000020004" charset="0"/>
                <a:cs typeface="Cascadia Code" panose="020B0609020000020004" charset="0"/>
              </a:rPr>
              <a:t>} </a:t>
            </a:r>
            <a:endParaRPr lang="en-US" sz="1000" b="0" u="none" strike="noStrike">
              <a:solidFill>
                <a:srgbClr val="000000"/>
              </a:solidFill>
              <a:uFillTx/>
              <a:latin typeface="Cascadia Code" panose="020B0609020000020004" charset="0"/>
              <a:cs typeface="Cascadia Code" panose="020B0609020000020004"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theme/theme1.xml><?xml version="1.0" encoding="utf-8"?>
<a:theme xmlns:a="http://schemas.openxmlformats.org/drawingml/2006/main"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na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na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na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na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na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9005</Words>
  <Application>WPS Presentation</Application>
  <PresentationFormat>Custom</PresentationFormat>
  <Paragraphs>312</Paragraphs>
  <Slides>15</Slides>
  <Notes>1</Notes>
  <HiddenSlides>0</HiddenSlides>
  <MMClips>0</MMClips>
  <ScaleCrop>false</ScaleCrop>
  <HeadingPairs>
    <vt:vector size="6" baseType="variant">
      <vt:variant>
        <vt:lpstr>已用的字体</vt:lpstr>
      </vt:variant>
      <vt:variant>
        <vt:i4>14</vt:i4>
      </vt:variant>
      <vt:variant>
        <vt:lpstr>主题</vt:lpstr>
      </vt:variant>
      <vt:variant>
        <vt:i4>5</vt:i4>
      </vt:variant>
      <vt:variant>
        <vt:lpstr>幻灯片标题</vt:lpstr>
      </vt:variant>
      <vt:variant>
        <vt:i4>15</vt:i4>
      </vt:variant>
    </vt:vector>
  </HeadingPairs>
  <TitlesOfParts>
    <vt:vector size="34" baseType="lpstr">
      <vt:lpstr>Arial</vt:lpstr>
      <vt:lpstr>SimSun</vt:lpstr>
      <vt:lpstr>Wingdings</vt:lpstr>
      <vt:lpstr>Arial</vt:lpstr>
      <vt:lpstr>Times New Roman</vt:lpstr>
      <vt:lpstr>Symbol</vt:lpstr>
      <vt:lpstr>Liberation Mono;Courier New;DejaVu Sans Mono</vt:lpstr>
      <vt:lpstr>Segoe Print</vt:lpstr>
      <vt:lpstr>Microsoft YaHei</vt:lpstr>
      <vt:lpstr>DejaVu Sans</vt:lpstr>
      <vt:lpstr>Calibri</vt:lpstr>
      <vt:lpstr>OpenSymbol</vt:lpstr>
      <vt:lpstr>Arial Unicode MS</vt:lpstr>
      <vt:lpstr>Cascadia Code</vt:lpstr>
      <vt:lpstr>Office</vt:lpstr>
      <vt:lpstr>Office</vt:lpstr>
      <vt:lpstr>Office</vt:lpstr>
      <vt:lpstr>Office</vt:lpstr>
      <vt:lpstr>Office</vt:lpstr>
      <vt:lpstr>React</vt:lpstr>
      <vt:lpstr>Class Components</vt:lpstr>
      <vt:lpstr>Key Features in Class Components</vt:lpstr>
      <vt:lpstr>Key Features in Class Components</vt:lpstr>
      <vt:lpstr>Lifecycle Methods in Class Components</vt:lpstr>
      <vt:lpstr>Lifecycle Methods in Functional Components</vt:lpstr>
      <vt:lpstr>UseEffect Hook</vt:lpstr>
      <vt:lpstr>UseState Hook</vt:lpstr>
      <vt:lpstr>UseState Hook</vt:lpstr>
      <vt:lpstr>UseState Hook</vt:lpstr>
      <vt:lpstr>PowerPoint 演示文稿</vt:lpstr>
      <vt:lpstr>Add Event Listener in Mounting Phase and Removing it in Unmounting Phase</vt:lpstr>
      <vt:lpstr>When Does the Cleanup Function Run in useEffect? </vt:lpstr>
      <vt:lpstr>Props in Functional Components</vt:lpstr>
      <vt:lpstr>Conditional Rendering</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React</dc:title>
  <dc:creator/>
  <cp:lastModifiedBy>dell</cp:lastModifiedBy>
  <cp:revision>112</cp:revision>
  <dcterms:created xsi:type="dcterms:W3CDTF">2025-03-05T20:55:00Z</dcterms:created>
  <dcterms:modified xsi:type="dcterms:W3CDTF">2025-12-24T15:26:17Z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A4F426064F4D4BD2B40FFE34A810CAC4_12</vt:lpwstr>
  </property>
  <property fmtid="{D5CDD505-2E9C-101B-9397-08002B2CF9AE}" pid="3" name="KSOProductBuildVer">
    <vt:lpwstr>1033-12.2.0.23155</vt:lpwstr>
  </property>
</Properties>
</file>